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ker/vibe-coding-101-for-software-engineers" TargetMode="External"/><Relationship Id="rId1" Type="http://schemas.openxmlformats.org/officeDocument/2006/relationships/image" Target="../media/Slide-1-image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artinfowler.com/eaaCatalog/repository.html" TargetMode="External"/><Relationship Id="rId3" Type="http://schemas.openxmlformats.org/officeDocument/2006/relationships/hyperlink" Target="https://www.oreilly.com/library/view/clean-architecture-a/9780134494272/" TargetMode="External"/><Relationship Id="rId4" Type="http://schemas.openxmlformats.org/officeDocument/2006/relationships/hyperlink" Target="https://martinfowler.com/books/eaa.html" TargetMode="External"/><Relationship Id="rId5" Type="http://schemas.openxmlformats.org/officeDocument/2006/relationships/hyperlink" Target="https://www.domainlanguage.com/ddd/" TargetMode="External"/><Relationship Id="rId6" Type="http://schemas.openxmlformats.org/officeDocument/2006/relationships/hyperlink" Target="https://docs.anthropic.com/en/docs/build-with-claude/prompt-engineering" TargetMode="External"/><Relationship Id="rId7" Type="http://schemas.openxmlformats.org/officeDocument/2006/relationships/hyperlink" Target="https://docs.anthropic.com/en/docs/build-with-claude/tool-use" TargetMode="External"/><Relationship Id="rId8" Type="http://schemas.openxmlformats.org/officeDocument/2006/relationships/hyperlink" Target="https://www.codescene.com/engineering-blog" TargetMode="External"/><Relationship Id="rId9" Type="http://schemas.openxmlformats.org/officeDocument/2006/relationships/hyperlink" Target="https://docs.cursor.sh/" TargetMode="External"/><Relationship Id="rId10" Type="http://schemas.openxmlformats.org/officeDocument/2006/relationships/hyperlink" Target="https://docs.anthropic.com/en/docs/build-with-claude/system-prompts" TargetMode="External"/><Relationship Id="rId11" Type="http://schemas.openxmlformats.org/officeDocument/2006/relationships/hyperlink" Target="https://ai.google.dev/docs/system_instructions" TargetMode="External"/><Relationship Id="rId12" Type="http://schemas.openxmlformats.org/officeDocument/2006/relationships/hyperlink" Target="https://docs.cursor.sh/" TargetMode="External"/><Relationship Id="rId13" Type="http://schemas.openxmlformats.org/officeDocument/2006/relationships/hyperlink" Target="https://martinfowler.com/bliki/TestPyramid.html" TargetMode="External"/><Relationship Id="rId14" Type="http://schemas.openxmlformats.org/officeDocument/2006/relationships/hyperlink" Target="https://docs.pytest.org/" TargetMode="External"/><Relationship Id="rId15" Type="http://schemas.openxmlformats.org/officeDocument/2006/relationships/hyperlink" Target="https://vitest.dev/" TargetMode="External"/><Relationship Id="rId1" Type="http://schemas.openxmlformats.org/officeDocument/2006/relationships/image" Target="../media/Slide-8-image-1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hyperlink" Target="https://github.com/goker/vibe-coding-101-for-software-engineers" TargetMode="External"/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&amp; Design Patterns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AI Toward Good Patterns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 — Phase 2: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goal of good architecture is to defer decisions. With AI, it's to make them explicit."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Goker Ezberci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101: From Idea to Shipped Product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5303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0241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9509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Spaghetti Problem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45920" y="11887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puts everything in one file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36192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536192"/>
            <a:ext cx="54864" cy="5303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53619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459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Architecture Patterns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645920" y="181051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Repository, Service Layer, Middleware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157984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2157984"/>
            <a:ext cx="54864" cy="53035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215798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2677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2194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Files as Guards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645920" y="243230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enforces patterns at generation time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2779776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57200" y="2779776"/>
            <a:ext cx="54864" cy="530352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277977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288950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2816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Dependency Rule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645920" y="305409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flow inward—Robert C. Martin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401568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7200" y="3401568"/>
            <a:ext cx="54864" cy="5303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9" name="Text 23"/>
          <p:cNvSpPr/>
          <p:nvPr/>
        </p:nvSpPr>
        <p:spPr>
          <a:xfrm>
            <a:off x="640080" y="34015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3511296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45920" y="34381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Refactoring Workflow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1645920" y="367588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→ Identify → Refactor → Verify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57200" y="4023360"/>
            <a:ext cx="8229600" cy="53035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57200" y="4023360"/>
            <a:ext cx="54864" cy="530352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35" name="Text 28"/>
          <p:cNvSpPr/>
          <p:nvPr/>
        </p:nvSpPr>
        <p:spPr>
          <a:xfrm>
            <a:off x="640080" y="402336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4133088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45920" y="40599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Refactor Your Project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1645920" y="42976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clean architecture to your Week 3 code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Architecture &amp; Design Patterns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Spaghetti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Default: Everything in One File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389120" cy="201168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170432"/>
            <a:ext cx="416966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index.js — 500+ lines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express = require('express');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db = new sqlite3.Database();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 + Auth + Validation + DB + Business Logic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app.post('/events', (req, res) =&gt; {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Auth check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Validation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DB queries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Business logic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Return response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100 more routes like this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120640" y="1097280"/>
            <a:ext cx="3566160" cy="201168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097280"/>
            <a:ext cx="54864" cy="20116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5349240" y="1170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49240" y="14630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Impossible to test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1755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 code reuse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20482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Changes cascade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49240" y="23408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Can't reason about 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2633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Hard to onboard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Clean Way: Modular Structure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2011680" cy="8229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749040"/>
            <a:ext cx="54864" cy="82296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94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handlers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4600" y="3749040"/>
            <a:ext cx="2011680" cy="8229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3749040"/>
            <a:ext cx="54864" cy="82296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1" name="Text 19"/>
          <p:cNvSpPr/>
          <p:nvPr/>
        </p:nvSpPr>
        <p:spPr>
          <a:xfrm>
            <a:off x="2651760" y="3794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069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749040"/>
            <a:ext cx="2011680" cy="8229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749040"/>
            <a:ext cx="54864" cy="8229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794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repositories/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069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3749040"/>
            <a:ext cx="2011680" cy="8229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3749040"/>
            <a:ext cx="54864" cy="8229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37947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middleware/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4069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validation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5720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Each file does ONE thing. Tests pass. Code grows without chaos.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Architecture &amp; Design Patterns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Patterns That Work With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51760" cy="3200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54864" cy="320040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Pattern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data access in one place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Isolates database queries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Easy to mock for tests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One place to change DB logic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914400"/>
            <a:ext cx="2651760" cy="3200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914400"/>
            <a:ext cx="54864" cy="320040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987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 separated from routes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Routes → HTTP only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Services → logic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Testable without server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914400"/>
            <a:ext cx="2651760" cy="32004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914400"/>
            <a:ext cx="54864" cy="320040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987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Pattern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 concerns reused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Auth applied consistently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0936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Validation in one place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0936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Error handling centralized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Architecture &amp; Design Patterns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Files as Architecture Guards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CLAUDE.md to enforce patterns at generation time, not refactoring 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389120" cy="219456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170432"/>
            <a:ext cx="416966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Mandatory Rules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Rule 1: No DB in Routes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db.run/get/all ONLY in repositories/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Routes delegate to services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Rule 2: Business Logic in Services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Validation, rules, coordination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in route handlers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Rule 3: Reusable Middleware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Auth in middleware/auth.js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2064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(Without CLAUDE.md)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20640" y="1417320"/>
            <a:ext cx="3566160" cy="100584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8" name="Text 6"/>
          <p:cNvSpPr/>
          <p:nvPr/>
        </p:nvSpPr>
        <p:spPr>
          <a:xfrm>
            <a:off x="5230368" y="1490472"/>
            <a:ext cx="3346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Routes + DB + Logic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app.post('/events', (req, res) =&gt;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db.run('INSERT...'); // Wrong!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2064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(With CLAUDE.md)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880360"/>
            <a:ext cx="3566160" cy="1005840"/>
          </a:xfrm>
          <a:prstGeom prst="rect">
            <a:avLst/>
          </a:prstGeom>
          <a:solidFill>
            <a:srgbClr val="080C20"/>
          </a:solidFill>
          <a:ln/>
        </p:spPr>
      </p:sp>
      <p:sp>
        <p:nvSpPr>
          <p:cNvPr id="11" name="Text 9"/>
          <p:cNvSpPr/>
          <p:nvPr/>
        </p:nvSpPr>
        <p:spPr>
          <a:xfrm>
            <a:off x="5230368" y="2953512"/>
            <a:ext cx="3346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 delegates to service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router.post('/', async (req, res, next) =&gt;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eventService.create(...) // Right!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0E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4023360"/>
            <a:ext cx="8503920" cy="658368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87368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40233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is a contract. Show AI the pattern once, and it follows it consistently across new code.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43708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code review comments: 'Please move this to a service.' Just point to the file.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Architecture &amp; Design Patterns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Dependency Rule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C. Martin: Source dependencies flow inward. No circular dependencies.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43891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143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handlers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60320" y="15179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45720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55648"/>
            <a:ext cx="54864" cy="43891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801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8013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Auth, validation, errors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60320" y="21762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45720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14016"/>
            <a:ext cx="54864" cy="438912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597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4597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2834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45720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72384"/>
            <a:ext cx="54864" cy="438912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18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311810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0" y="34930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730752"/>
            <a:ext cx="4572000" cy="438912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30752"/>
            <a:ext cx="54864" cy="438912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76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/ Database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7764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03520" y="1097280"/>
            <a:ext cx="3474720" cy="347472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1097280"/>
            <a:ext cx="54864" cy="3474720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188720"/>
            <a:ext cx="256032" cy="25603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85216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577840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ALLOWED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577840" y="18470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Routes → Services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577840" y="21031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Services → Repositories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77840" y="23591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Repositories → Models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577840" y="26151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Outer layers → Inner layers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577840" y="2971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FORBIDDEN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577840" y="32186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Repositories → Services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577840" y="3474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Services → Routes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577840" y="37307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Models → Anything above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577840" y="39867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Any circular dependency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Architecture &amp; Design Patterns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Refactoring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systematically clean up messy AI code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65960" cy="21945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" cy="21945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170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for working 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(messy is fine)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2148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1965960" cy="21945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097280"/>
            <a:ext cx="54864" cy="21945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17520" y="1170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16002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violations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(checklist in README)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148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1965960" cy="21945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097280"/>
            <a:ext cx="54864" cy="219456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12080" y="1170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6002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reorganize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CLAUDE.md rules)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2148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65960" cy="21945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097280"/>
            <a:ext cx="54864" cy="21945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4" name="Text 22"/>
          <p:cNvSpPr/>
          <p:nvPr/>
        </p:nvSpPr>
        <p:spPr>
          <a:xfrm>
            <a:off x="699516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06640" y="1170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160020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tests pass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474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Violations Checklist: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db.run/get/all in route handlers?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Business logic in routes?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Auth code duplicated?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No error middleware?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0" y="4069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Can't test service without DB?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Architecture &amp; Design Patterns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 &amp; Further Reading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920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192024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Design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Martin Fowler — Repository Pattern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Robert C. Martin — Clean Architecture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Patterns of Enterprise App Architecture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2221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Domain-Driven Design (Eric Evans)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3931920" cy="1920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4ECDC4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868680"/>
            <a:ext cx="54864" cy="19202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Patterns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261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— Prompt Engineering Best Practices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83480" y="15819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— Extending Claude with Tools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8348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CodeScene — Agentic AI Coding Patterns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83480" y="2221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Cursor — .cursorrules Documentation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3931920" cy="13716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71800"/>
            <a:ext cx="54864" cy="137160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Files &amp; Context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 — Claude.md and Project Context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" y="3685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Gemini — System Instructions Guide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5800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Cursor — Rules Configuration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3931920" cy="137160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971800"/>
            <a:ext cx="54864" cy="137160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Validation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3649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Martin Fowler — Test Pyramid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83480" y="3685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pytest Documentation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83480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Vitest — Fast Unit Testing Framework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Architecture &amp; Design Patterns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Exercise: Refactor Your Project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651760" cy="28346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54864" cy="283464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One Route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1. Pick one route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2. Create Repository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3. Create Service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4. Update Route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5. Tests pass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6. Push to GitHub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868680"/>
            <a:ext cx="2651760" cy="28346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868680"/>
            <a:ext cx="54864" cy="283464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CLAUDE.md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1. Create CLAUDE.md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2. List 5+ rules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3. Show examples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4. Include file structure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118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5. Test with AI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1188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6. Iterate rules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868680"/>
            <a:ext cx="2468880" cy="28346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868680"/>
            <a:ext cx="54864" cy="283464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1. Create test file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5379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2. Check: no DB in routes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3796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3. Check: folders exist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379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4. Check: no circular deps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53796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5. Commit with CI passing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3796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6. Document in README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23360"/>
            <a:ext cx="256032" cy="25603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05840" y="3959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1005840" y="4233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GitHub: refactored code  •  CLAUDE.md  •  architecture tests passing  •  Updated README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005840" y="45079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message should explain what was refactored and why it follows the Dependency Rule.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Architecture &amp; Design Patterns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607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9144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defaults to spaghetti code. Use patterns (Repository, Service, Middleware) to guide it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66BB6A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600200"/>
            <a:ext cx="54864" cy="59436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6002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6BB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7465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600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is a contract. Write rules once, AI follows them in all new code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A882FF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2286000"/>
            <a:ext cx="54864" cy="594360"/>
          </a:xfrm>
          <a:prstGeom prst="rect">
            <a:avLst/>
          </a:prstGeom>
          <a:solidFill>
            <a:srgbClr val="A882FF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22860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82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323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2286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Dependency Rule: dependencies flow inward. No circular dependencies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29718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E66D">
                <a:alpha val="3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2971800"/>
            <a:ext cx="54864" cy="594360"/>
          </a:xfrm>
          <a:prstGeom prst="rect">
            <a:avLst/>
          </a:prstGeom>
          <a:solidFill>
            <a:srgbClr val="FFE66D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2971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E6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1181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29718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 in four steps: Generate → Identify → Refactor → Verify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solidFill>
            <a:srgbClr val="0D1432">
              <a:alpha val="75000"/>
            </a:srgbClr>
          </a:solidFill>
          <a:ln w="6350">
            <a:solidFill>
              <a:srgbClr val="FF9F43">
                <a:alpha val="30000"/>
              </a:srgbClr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" y="3657600"/>
            <a:ext cx="54864" cy="594360"/>
          </a:xfrm>
          <a:prstGeom prst="rect">
            <a:avLst/>
          </a:prstGeom>
          <a:solidFill>
            <a:srgbClr val="FF9F43"/>
          </a:solidFill>
          <a:ln/>
        </p:spPr>
      </p:sp>
      <p:sp>
        <p:nvSpPr>
          <p:cNvPr id="25" name="Text 19"/>
          <p:cNvSpPr/>
          <p:nvPr/>
        </p:nvSpPr>
        <p:spPr>
          <a:xfrm>
            <a:off x="640080" y="36576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9F4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80390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36576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tests validate structure. They're as important as feature tests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Materials: </a:t>
            </a:r>
            <a:pPr indent="0" marL="0">
              <a:buNone/>
            </a:pPr>
            <a:r>
              <a:rPr lang="en-US" sz="1000" u="sng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github.com/goker/vibe-coding-101-for-software-engineers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Architecture &amp; Design Patterns • Vibe Coding 101 | Instructor: Goker Ezberci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6: Architecture &amp; Design Patterns</dc:title>
  <dc:subject>PptxGenJS Presentation</dc:subject>
  <dc:creator>Goker Ezberci</dc:creator>
  <cp:lastModifiedBy>Goker Ezberci</cp:lastModifiedBy>
  <cp:revision>1</cp:revision>
  <dcterms:created xsi:type="dcterms:W3CDTF">2026-03-06T03:01:42Z</dcterms:created>
  <dcterms:modified xsi:type="dcterms:W3CDTF">2026-03-06T03:01:42Z</dcterms:modified>
</cp:coreProperties>
</file>