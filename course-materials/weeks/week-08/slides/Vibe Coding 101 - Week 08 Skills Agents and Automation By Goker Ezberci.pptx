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skills" TargetMode="Externa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hyperlink" Target="https://modelcontextprotocol.io/" TargetMode="Externa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odelcontextprotocol.io/" TargetMode="External"/><Relationship Id="rId3" Type="http://schemas.openxmlformats.org/officeDocument/2006/relationships/hyperlink" Target="https://www.anthropic.com/engineering/code-execution-with-mcp" TargetMode="External"/><Relationship Id="rId4" Type="http://schemas.openxmlformats.org/officeDocument/2006/relationships/hyperlink" Target="https://github.com/modelcontextprotocol/servers" TargetMode="External"/><Relationship Id="rId5" Type="http://schemas.openxmlformats.org/officeDocument/2006/relationships/hyperlink" Target="https://code.claude.com/docs/en/skills" TargetMode="External"/><Relationship Id="rId6" Type="http://schemas.openxmlformats.org/officeDocument/2006/relationships/hyperlink" Target="https://code.claude.com/docs/en/patterns" TargetMode="External"/><Relationship Id="rId7" Type="http://schemas.openxmlformats.org/officeDocument/2006/relationships/hyperlink" Target="https://docs.anthropic.com/en/api" TargetMode="External"/><Relationship Id="rId8" Type="http://schemas.openxmlformats.org/officeDocument/2006/relationships/hyperlink" Target="https://www.deeplearning.ai/courses/agentic-ai/" TargetMode="External"/><Relationship Id="rId9" Type="http://schemas.openxmlformats.org/officeDocument/2006/relationships/hyperlink" Target="https://langgraph.com/" TargetMode="External"/><Relationship Id="rId10" Type="http://schemas.openxmlformats.org/officeDocument/2006/relationships/hyperlink" Target="https://github.com/crewAIInc/crewAI" TargetMode="External"/><Relationship Id="rId11" Type="http://schemas.openxmlformats.org/officeDocument/2006/relationships/hyperlink" Target="https://python.langchain.com/docs/modules/agents/" TargetMode="External"/><Relationship Id="rId1" Type="http://schemas.openxmlformats.org/officeDocument/2006/relationships/image" Target="../media/Slide-8-image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Skills, Agents &amp;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Reusable AI Workflows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— Phase 2: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one-shot questions to automated pipelines."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3035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241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950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One-Shot to Workflow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1887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Question-answer vs. automated pipelines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36192"/>
            <a:ext cx="54864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5361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45920" y="18105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commands with SKILL.md structure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157984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157984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157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2677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45920" y="24323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Resources, Prompts — standards for AI integration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779776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2779776"/>
            <a:ext cx="54864" cy="530352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27797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88950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 Patterns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645920" y="30540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Reflection, Tool Use, Planning, Multi-Agent (Andrew Ng)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401568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3401568"/>
            <a:ext cx="54864" cy="5303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4015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51129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DevOps Agent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45920" y="36758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pipeline: git → tests → commit → PR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402336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" y="4023360"/>
            <a:ext cx="54864" cy="53035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40233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13308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45920" y="4059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Exercise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645920" y="4297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skill, build a tool, chain into workflow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One-Shot to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isolated queries to automated pipelines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(Basic)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474720" cy="146304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27632"/>
            <a:ext cx="32552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"Write me a function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to parse JSON"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[Returns code]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[Copy-paste]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[Use once]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[Move on]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23774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(Advanced)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1554480"/>
            <a:ext cx="3474720" cy="146304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1627632"/>
            <a:ext cx="32552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"Deploy app"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git status check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Run tests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Lint code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Generate commit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Create PR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8503920" cy="731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22192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37764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Component, Not Just a Chatbot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One-shots are instant. Workflows are repeatable, scalable, and save hours every month.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commands with SKILL.md frontmatter + markdown instructions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Skill?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command: /commit-message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Describes what &amp; when to use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input/output examples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Calls tools, scripts, APIs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170432"/>
            <a:ext cx="371246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Commit Message Skill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/commit-message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Description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git diff, generates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commit message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When to 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staging with git add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192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03120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code.claude.com/docs/en/skills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4224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auto-invoke when relevant. Consistent formatting without context-switching.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MCP: Model Context Protocol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 for connecting AI systems to tools, data, and templates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914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91440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399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Functions/APIs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run_tests(path)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914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97280"/>
            <a:ext cx="54864" cy="914400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704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49040" y="1399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Data/State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290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git_status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172200" y="1097280"/>
            <a:ext cx="2743200" cy="914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1097280"/>
            <a:ext cx="54864" cy="914400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70432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75120" y="1399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pr_template(commits)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4864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MCP Server (Node.js)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2514600"/>
            <a:ext cx="8229600" cy="182880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4" name="Text 19"/>
          <p:cNvSpPr/>
          <p:nvPr/>
        </p:nvSpPr>
        <p:spPr>
          <a:xfrm>
            <a:off x="566928" y="2587752"/>
            <a:ext cx="80101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new stdio.Server({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"run_tests",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description: "Execute test suite",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handler: async (input)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result = execSync(`npm test`);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 status: "success", output: result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45720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Reference: modelcontextprotocol.io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Design Patterns (Andrew 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patterns for building AI systems — 2x2 grid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1463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46304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reviews its own output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Commit message validator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1463040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 external APIs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runner + linter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834640"/>
            <a:ext cx="3931920" cy="1463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2834640"/>
            <a:ext cx="54864" cy="1463040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260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907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breaks tasks into steps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Full CI/CD workflow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54880" y="2834640"/>
            <a:ext cx="54864" cy="146304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92608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07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3776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AIs coordinate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93776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review + test team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Your Personal DevOps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automated pipeline: git → tests → commit → PR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16459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54864" cy="1645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Reader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staged changes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--cached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68880" y="1188720"/>
            <a:ext cx="2011680" cy="16459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188720"/>
            <a:ext cx="54864" cy="16459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2344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6032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tests pass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6032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17720" y="1188720"/>
            <a:ext cx="2011680" cy="16459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17720" y="1188720"/>
            <a:ext cx="54864" cy="164592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0" name="Text 16"/>
          <p:cNvSpPr/>
          <p:nvPr/>
        </p:nvSpPr>
        <p:spPr>
          <a:xfrm>
            <a:off x="47091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2344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Generator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0916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commit message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70916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766560" y="1188720"/>
            <a:ext cx="2011680" cy="16459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66560" y="1188720"/>
            <a:ext cx="54864" cy="1645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23444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Writer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85800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 description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85800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5603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34747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43891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320040" y="3108960"/>
            <a:ext cx="8503920" cy="1463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292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Workflow: 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02920" y="3474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stages changes → Agent reads diff → Checks tests → AI generates message → AI creates PR → Done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02920" y="3886200"/>
            <a:ext cx="7955280" cy="59436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39" name="Text 33"/>
          <p:cNvSpPr/>
          <p:nvPr/>
        </p:nvSpPr>
        <p:spPr>
          <a:xfrm>
            <a:off x="612648" y="3959352"/>
            <a:ext cx="7735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devops-agent --workflow commit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Tests passed  •  💬 Suggested: feat(auth): add JWT refresh token  •  📄 PR created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Further Reading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8288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18288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&amp;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MCP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Execution with MCP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Servers Repo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18288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68680"/>
            <a:ext cx="54864" cy="18288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&amp; Skills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Code Skills Docs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Skills Best Practices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865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API Reference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Andrew Ng - Agentic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LangGraph Documentation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CrewAI Framework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Exercise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27432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Skill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SKILL.md file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Command: /your-skill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Description section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When to Use section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Input/Output examples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868680"/>
            <a:ext cx="265176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868680"/>
            <a:ext cx="54864" cy="27432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MCP Tool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Choose a tool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Input schema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Handler 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Error handling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Test it works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868680"/>
            <a:ext cx="246888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868680"/>
            <a:ext cx="54864" cy="274320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Workflow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Link 2+ tools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Pass output to input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AI decision 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Final result output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Document 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192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0584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repo: SKILL.md  •  mcp-tool.js  •  workflow.py/js with full documentation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914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&gt; One-shots — Reusable systems beat one-time AI queries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00200"/>
            <a:ext cx="54864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MCP — Combine Claude Code Skills with MCP tools for automation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286000"/>
            <a:ext cx="54864" cy="5943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231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286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 Matter — Reflection, Tool Use, Planning, Multi-Agent are your toolkit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971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Real DevOps Agents — 4-step pipeline saves hours every month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657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7947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657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is King — Chain simple tools into complex, reliable workflows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Materials: </a:t>
            </a:r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Skills, Agents &amp; Automation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Skills, Agents &amp; Automation</dc:title>
  <dc:subject>PptxGenJS Presentation</dc:subject>
  <dc:creator>Goker Ezberci</dc:creator>
  <cp:lastModifiedBy>Goker Ezberci</cp:lastModifiedBy>
  <cp:revision>1</cp:revision>
  <dcterms:created xsi:type="dcterms:W3CDTF">2026-02-22T07:52:06Z</dcterms:created>
  <dcterms:modified xsi:type="dcterms:W3CDTF">2026-02-22T07:52:06Z</dcterms:modified>
</cp:coreProperties>
</file>