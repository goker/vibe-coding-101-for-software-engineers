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Vibe Coding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Week 3: Ship It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Deployment &amp;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1. Prerequisites Check — What you need before we start</a:t>
            </a:r>
          </a:p>
          <a:p>
            <a:pPr>
              <a:spcAft>
                <a:spcPts val="800"/>
              </a:spcAft>
              <a:defRPr sz="2400"/>
            </a:pPr>
            <a:r>
              <a:t>2. The 80/20 Rule — Ship fast, iterate faster</a:t>
            </a:r>
          </a:p>
          <a:p>
            <a:pPr>
              <a:spcAft>
                <a:spcPts val="800"/>
              </a:spcAft>
              <a:defRPr sz="2400"/>
            </a:pPr>
            <a:r>
              <a:t>3. Tool Selection — Choosing the right platform</a:t>
            </a:r>
          </a:p>
          <a:p>
            <a:pPr>
              <a:spcAft>
                <a:spcPts val="800"/>
              </a:spcAft>
              <a:defRPr sz="2400"/>
            </a:pPr>
            <a:r>
              <a:t>4. Secrets Management — Keep your API keys safe</a:t>
            </a:r>
          </a:p>
          <a:p>
            <a:pPr>
              <a:spcAft>
                <a:spcPts val="800"/>
              </a:spcAft>
              <a:defRPr sz="2400"/>
            </a:pPr>
            <a:r>
              <a:t>5. TDD Light — One test before you deploy</a:t>
            </a:r>
          </a:p>
          <a:p>
            <a:pPr>
              <a:spcAft>
                <a:spcPts val="800"/>
              </a:spcAft>
              <a:defRPr sz="2400"/>
            </a:pPr>
            <a:r>
              <a:t>6. The Sprint — PRD → Deployed in 45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Pulse Check (Start)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Quick show of hands: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1. How many of you have used Gemini CLI or Claude Code?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2. Have you ever written a PRD?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3. Have you ever created a CLAUDE.md or GEMINI.md file?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If you answered "no" to any of these, today we fix that.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Prerequisites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You MUST have these ready: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☐ PRD Written → docs/PRD.md exists</a:t>
            </a:r>
          </a:p>
          <a:p>
            <a:pPr>
              <a:spcAft>
                <a:spcPts val="800"/>
              </a:spcAft>
              <a:defRPr sz="2200"/>
            </a:pPr>
            <a:r>
              <a:t>☐ AI Tool Installed → claude --version or gemini --version</a:t>
            </a:r>
          </a:p>
          <a:p>
            <a:pPr>
              <a:spcAft>
                <a:spcPts val="800"/>
              </a:spcAft>
              <a:defRPr sz="2200"/>
            </a:pPr>
            <a:r>
              <a:t>☐ CLAUDE.md Created → File in project root</a:t>
            </a:r>
          </a:p>
          <a:p>
            <a:pPr>
              <a:spcAft>
                <a:spcPts val="800"/>
              </a:spcAft>
              <a:defRPr sz="2200"/>
            </a:pPr>
            <a:r>
              <a:t>☐ Deployment Account → Can log into Vercel/Railway/Replit</a:t>
            </a:r>
          </a:p>
          <a:p>
            <a:pPr>
              <a:spcAft>
                <a:spcPts val="800"/>
              </a:spcAft>
              <a:defRPr sz="2200"/>
            </a:pPr>
            <a:r>
              <a:t>☐ Git Repo Ready → git status works, .env in .gitignore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If ANY box is unchecked, fix it 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CLAUDE.md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# Project: Grocery List App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## Commands</a:t>
            </a:r>
          </a:p>
          <a:p>
            <a:pPr>
              <a:spcAft>
                <a:spcPts val="800"/>
              </a:spcAft>
              <a:defRPr sz="2000"/>
            </a:pPr>
            <a:r>
              <a:t>• npm run dev — Start dev server</a:t>
            </a:r>
          </a:p>
          <a:p>
            <a:pPr>
              <a:spcAft>
                <a:spcPts val="800"/>
              </a:spcAft>
              <a:defRPr sz="2000"/>
            </a:pPr>
            <a:r>
              <a:t>• npm run build — Production build</a:t>
            </a:r>
          </a:p>
          <a:p>
            <a:pPr>
              <a:spcAft>
                <a:spcPts val="800"/>
              </a:spcAft>
              <a:defRPr sz="2000"/>
            </a:pPr>
            <a:r>
              <a:t>• npm test — Run tests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## Boundaries (NEVER)</a:t>
            </a:r>
          </a:p>
          <a:p>
            <a:pPr>
              <a:spcAft>
                <a:spcPts val="800"/>
              </a:spcAft>
              <a:defRPr sz="2000"/>
            </a:pPr>
            <a:r>
              <a:t>• Never hardcode API keys</a:t>
            </a:r>
          </a:p>
          <a:p>
            <a:pPr>
              <a:spcAft>
                <a:spcPts val="800"/>
              </a:spcAft>
              <a:defRPr sz="2000"/>
            </a:pPr>
            <a:r>
              <a:t>• Never skip tests</a:t>
            </a:r>
          </a:p>
          <a:p>
            <a:pPr>
              <a:spcAft>
                <a:spcPts val="800"/>
              </a:spcAft>
              <a:defRPr sz="2000"/>
            </a:pPr>
            <a:r>
              <a:t>• Never deploy without build passing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Official Docs: docs.anthropic.com/en/docs/claude-code/overview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PRD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Section → Contains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• Overview → What, Who, Why</a:t>
            </a:r>
          </a:p>
          <a:p>
            <a:pPr>
              <a:spcAft>
                <a:spcPts val="800"/>
              </a:spcAft>
              <a:defRPr sz="2400"/>
            </a:pPr>
            <a:r>
              <a:t>• Features → 3-5 core features</a:t>
            </a:r>
          </a:p>
          <a:p>
            <a:pPr>
              <a:spcAft>
                <a:spcPts val="800"/>
              </a:spcAft>
              <a:defRPr sz="2400"/>
            </a:pPr>
            <a:r>
              <a:t>• Non-Goals → What you WON'T build</a:t>
            </a:r>
          </a:p>
          <a:p>
            <a:pPr>
              <a:spcAft>
                <a:spcPts val="800"/>
              </a:spcAft>
              <a:defRPr sz="2400"/>
            </a:pPr>
            <a:r>
              <a:t>• Phases → Step-by-step plan</a:t>
            </a:r>
          </a:p>
          <a:p>
            <a:pPr>
              <a:spcAft>
                <a:spcPts val="800"/>
              </a:spcAft>
              <a:defRPr sz="2400"/>
            </a:pPr>
            <a:r>
              <a:t>• Agent Rules → Always / Ask First / Never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Examples: templates/examples/ (Todo CLI, Code Review, Weather API)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By the end of this class, you will: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1. Execute a rapid prototyping workflow: PRD → Deployed prototype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2. Select the right platform for your project type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3. Configure environment variables and manage secrets securely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4. Debug common deployment failures using logs and AI assistance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5. Write one test before deploying (TDD Light)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80/20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Get 80% working. Deploy immediately.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80% Done                    →    20% Remaining</a:t>
            </a:r>
          </a:p>
          <a:p>
            <a:pPr>
              <a:spcAft>
                <a:spcPts val="800"/>
              </a:spcAft>
              <a:defRPr sz="2200"/>
            </a:pPr>
            <a:r>
              <a:t>Core features work          →    Edge cases</a:t>
            </a:r>
          </a:p>
          <a:p>
            <a:pPr>
              <a:spcAft>
                <a:spcPts val="800"/>
              </a:spcAft>
              <a:defRPr sz="2200"/>
            </a:pPr>
            <a:r>
              <a:t>UI is usable                →    Polish</a:t>
            </a:r>
          </a:p>
          <a:p>
            <a:pPr>
              <a:spcAft>
                <a:spcPts val="800"/>
              </a:spcAft>
              <a:defRPr sz="2200"/>
            </a:pPr>
            <a:r>
              <a:t>Basic functionality         →    Robustness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Deployed 80% &gt; Perfect 0%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Localhost perfectionists ship nothing. Real users are your best QA.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70% 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Quality ↑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100% |                    .----- (Diminishing returns)</a:t>
            </a:r>
          </a:p>
          <a:p>
            <a:pPr>
              <a:spcAft>
                <a:spcPts val="800"/>
              </a:spcAft>
              <a:defRPr sz="1800"/>
            </a:pPr>
            <a:r>
              <a:t>     |               .---'</a:t>
            </a:r>
          </a:p>
          <a:p>
            <a:pPr>
              <a:spcAft>
                <a:spcPts val="800"/>
              </a:spcAft>
              <a:defRPr sz="1800"/>
            </a:pPr>
            <a:r>
              <a:t> 70% |          .---'  ← THE WALL</a:t>
            </a:r>
          </a:p>
          <a:p>
            <a:pPr>
              <a:spcAft>
                <a:spcPts val="800"/>
              </a:spcAft>
              <a:defRPr sz="1800"/>
            </a:pPr>
            <a:r>
              <a:t>     |     .---'         (Edge cases, scaling, maintenance)</a:t>
            </a:r>
          </a:p>
          <a:p>
            <a:pPr>
              <a:spcAft>
                <a:spcPts val="800"/>
              </a:spcAft>
              <a:defRPr sz="1800"/>
            </a:pPr>
            <a:r>
              <a:t>  0% +--------------------------------------------→ Time</a:t>
            </a:r>
          </a:p>
          <a:p>
            <a:pPr>
              <a:spcAft>
                <a:spcPts val="800"/>
              </a:spcAft>
              <a:defRPr sz="1800"/>
            </a:pPr>
            <a:r>
              <a:t>          ↑                        ↑</a:t>
            </a:r>
          </a:p>
          <a:p>
            <a:pPr>
              <a:spcAft>
                <a:spcPts val="800"/>
              </a:spcAft>
              <a:defRPr sz="1800"/>
            </a:pPr>
            <a:r>
              <a:t>     Quick wins              Hard problems</a:t>
            </a:r>
          </a:p>
          <a:p>
            <a:pPr>
              <a:spcAft>
                <a:spcPts val="800"/>
              </a:spcAft>
              <a:defRPr sz="1800"/>
            </a:pPr>
            <a:r>
              <a:t>     (AI excels)        (Engineering discipline)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WEEKS 1-3: Get to 70% fast with AI</a:t>
            </a:r>
          </a:p>
          <a:p>
            <a:pPr>
              <a:spcAft>
                <a:spcPts val="800"/>
              </a:spcAft>
              <a:defRPr sz="1800"/>
            </a:pPr>
            <a:r>
              <a:t>WEEKS 4-12: Push past the wall with discipline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i="1"/>
            </a:pPr>
            <a:r>
              <a:t>"Make something people want. Then launch early and often."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— Paul Graham, Y Combinator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/>
            </a:pPr>
            <a:r>
              <a:t>Your users don't care about your code quality. They care about whether it solves their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Tool Selection Matrix (All FREE Options)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Project Type     →    FREE Tools                    →    Paid Tools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Web App          →    Bolt.new, v0, Replit          →    Cursor ($20/mo)</a:t>
            </a:r>
          </a:p>
          <a:p>
            <a:pPr>
              <a:spcAft>
                <a:spcPts val="800"/>
              </a:spcAft>
              <a:defRPr sz="2000"/>
            </a:pPr>
            <a:r>
              <a:t>CLI Tool         →    Gemini CLI (FREE!), Claude    →    Claude Max</a:t>
            </a:r>
          </a:p>
          <a:p>
            <a:pPr>
              <a:spcAft>
                <a:spcPts val="800"/>
              </a:spcAft>
              <a:defRPr sz="2000"/>
            </a:pPr>
            <a:r>
              <a:t>API/Backend      →    Replit, Windsurf              →    Cursor, Windsurf Pro</a:t>
            </a:r>
          </a:p>
          <a:p>
            <a:pPr>
              <a:spcAft>
                <a:spcPts val="800"/>
              </a:spcAft>
              <a:defRPr sz="2000"/>
            </a:pPr>
            <a:r>
              <a:t>Mobile App       →    Expo (FREE) + any AI          →    Replit Mobile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Start free. Upgrade when you hit limits.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Gemini CLI is completely FREE with 1M token context!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Deployment Platforms (FREE Tiers)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Platform    →    Best For         →    Free Tier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Vercel      →    Next.js, React   →    100GB bandwidth</a:t>
            </a:r>
          </a:p>
          <a:p>
            <a:pPr>
              <a:spcAft>
                <a:spcPts val="800"/>
              </a:spcAft>
              <a:defRPr sz="2200"/>
            </a:pPr>
            <a:r>
              <a:t>Railway     →    Any language     →    $5 credit/mo</a:t>
            </a:r>
          </a:p>
          <a:p>
            <a:pPr>
              <a:spcAft>
                <a:spcPts val="800"/>
              </a:spcAft>
              <a:defRPr sz="2200"/>
            </a:pPr>
            <a:r>
              <a:t>Render      →    Simple apps      →    750 hours/mo</a:t>
            </a:r>
          </a:p>
          <a:p>
            <a:pPr>
              <a:spcAft>
                <a:spcPts val="800"/>
              </a:spcAft>
              <a:defRPr sz="2200"/>
            </a:pPr>
            <a:r>
              <a:t>Replit      →    Learning         →    Free with ads</a:t>
            </a:r>
          </a:p>
          <a:p>
            <a:pPr>
              <a:spcAft>
                <a:spcPts val="800"/>
              </a:spcAft>
              <a:defRPr sz="2200"/>
            </a:pPr>
            <a:r>
              <a:t>Netlify     →    Static sites     →    100GB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Students: Start with Vercel or Replit (zero config).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Secrets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The Golden Rule: Never commit .env files. Never put API keys in code.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macOS/Linux:</a:t>
            </a:r>
          </a:p>
          <a:p>
            <a:pPr>
              <a:spcAft>
                <a:spcPts val="800"/>
              </a:spcAft>
              <a:defRPr sz="1800"/>
            </a:pPr>
            <a:r>
              <a:t>  echo "OPENAI_API_KEY=your-key-here" &gt;&gt; .env</a:t>
            </a:r>
          </a:p>
          <a:p>
            <a:pPr>
              <a:spcAft>
                <a:spcPts val="800"/>
              </a:spcAft>
              <a:defRPr sz="1800"/>
            </a:pPr>
            <a:r>
              <a:t>  echo ".env" &gt;&gt; .gitignore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Windows PowerShell:</a:t>
            </a:r>
          </a:p>
          <a:p>
            <a:pPr>
              <a:spcAft>
                <a:spcPts val="800"/>
              </a:spcAft>
              <a:defRPr sz="1800"/>
            </a:pPr>
            <a:r>
              <a:t>  Add-Content -Path .env -Value "OPENAI_API_KEY=your-key-here"</a:t>
            </a:r>
          </a:p>
          <a:p>
            <a:pPr>
              <a:spcAft>
                <a:spcPts val="800"/>
              </a:spcAft>
              <a:defRPr sz="1800"/>
            </a:pPr>
            <a:r>
              <a:t>  Add-Content -Path .gitignore -Value ".env"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In your code:</a:t>
            </a:r>
          </a:p>
          <a:p>
            <a:pPr>
              <a:spcAft>
                <a:spcPts val="800"/>
              </a:spcAft>
              <a:defRPr sz="1800"/>
            </a:pPr>
            <a:r>
              <a:t>  const API_KEY = process.env.OPENAI_API_KEY;  // Safe!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If you commit a key, assume it's compromised. Rotate immediately.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Before you hit "Deploy":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Step                    macOS/Linux           Windows</a:t>
            </a:r>
          </a:p>
          <a:p>
            <a:pPr>
              <a:spcAft>
                <a:spcPts val="800"/>
              </a:spcAft>
              <a:defRPr sz="2000"/>
            </a:pPr>
            <a:r>
              <a:t>1. Works locally?       npm run dev           npm run dev</a:t>
            </a:r>
          </a:p>
          <a:p>
            <a:pPr>
              <a:spcAft>
                <a:spcPts val="800"/>
              </a:spcAft>
              <a:defRPr sz="2000"/>
            </a:pPr>
            <a:r>
              <a:t>2. No secrets?          grep -r "sk-" .       Select-String "sk-"</a:t>
            </a:r>
          </a:p>
          <a:p>
            <a:pPr>
              <a:spcAft>
                <a:spcPts val="800"/>
              </a:spcAft>
              <a:defRPr sz="2000"/>
            </a:pPr>
            <a:r>
              <a:t>3. Build passes?        npm run build         npm run build</a:t>
            </a:r>
          </a:p>
          <a:p>
            <a:pPr>
              <a:spcAft>
                <a:spcPts val="800"/>
              </a:spcAft>
              <a:defRPr sz="2000"/>
            </a:pPr>
            <a:r>
              <a:t>4. ONE test passes?     npm test              npm test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Don't skip the test. One test &gt; Zero tests.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Sprint —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You already have a PRD. Now execute.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Time         Task</a:t>
            </a:r>
          </a:p>
          <a:p>
            <a:pPr>
              <a:spcAft>
                <a:spcPts val="800"/>
              </a:spcAft>
              <a:defRPr sz="2200"/>
            </a:pPr>
            <a:r>
              <a:t>0-5 min      Verify prerequisites, open PRD</a:t>
            </a:r>
          </a:p>
          <a:p>
            <a:pPr>
              <a:spcAft>
                <a:spcPts val="800"/>
              </a:spcAft>
              <a:defRPr sz="2200"/>
            </a:pPr>
            <a:r>
              <a:t>5-15 min     AI generates initial version</a:t>
            </a:r>
          </a:p>
          <a:p>
            <a:pPr>
              <a:spcAft>
                <a:spcPts val="800"/>
              </a:spcAft>
              <a:defRPr sz="2200"/>
            </a:pPr>
            <a:r>
              <a:t>15-25 min    Iterate: "Fix this bug", "Add dark mode"</a:t>
            </a:r>
          </a:p>
          <a:p>
            <a:pPr>
              <a:spcAft>
                <a:spcPts val="800"/>
              </a:spcAft>
              <a:defRPr sz="2200"/>
            </a:pPr>
            <a:r>
              <a:t>25-30 min    Write ONE test (TDD Light)</a:t>
            </a:r>
          </a:p>
          <a:p>
            <a:pPr>
              <a:spcAft>
                <a:spcPts val="800"/>
              </a:spcAft>
              <a:defRPr sz="2200"/>
            </a:pPr>
            <a:r>
              <a:t>30-40 min    Deploy to Vercel/Railway/Render</a:t>
            </a:r>
          </a:p>
          <a:p>
            <a:pPr>
              <a:spcAft>
                <a:spcPts val="800"/>
              </a:spcAft>
              <a:defRPr sz="2200"/>
            </a:pPr>
            <a:r>
              <a:t>40-45 min    Share URL, get 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Why TDD? (Even One Test Matters)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The Problem:</a:t>
            </a:r>
          </a:p>
          <a:p>
            <a:pPr>
              <a:spcAft>
                <a:spcPts val="800"/>
              </a:spcAft>
              <a:defRPr sz="1800"/>
            </a:pPr>
            <a:r>
              <a:t>• AI generates code that looks right but doesn't work</a:t>
            </a:r>
          </a:p>
          <a:p>
            <a:pPr>
              <a:spcAft>
                <a:spcPts val="800"/>
              </a:spcAft>
              <a:defRPr sz="1800"/>
            </a:pPr>
            <a:r>
              <a:t>• 20% of AI-generated code has bugs you can't see</a:t>
            </a:r>
          </a:p>
          <a:p>
            <a:pPr>
              <a:spcAft>
                <a:spcPts val="800"/>
              </a:spcAft>
              <a:defRPr sz="1800"/>
            </a:pPr>
            <a:r>
              <a:t>• Deployments can succeed but features can be broken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One Test Catches:</a:t>
            </a:r>
          </a:p>
          <a:p>
            <a:pPr>
              <a:spcAft>
                <a:spcPts val="800"/>
              </a:spcAft>
              <a:defRPr sz="1800"/>
            </a:pPr>
            <a:r>
              <a:t>• "Core feature doesn't work" — before you embarrass yourself</a:t>
            </a:r>
          </a:p>
          <a:p>
            <a:pPr>
              <a:spcAft>
                <a:spcPts val="800"/>
              </a:spcAft>
              <a:defRPr sz="1800"/>
            </a:pPr>
            <a:r>
              <a:t>• "API integration is broken" — before users see errors</a:t>
            </a:r>
          </a:p>
          <a:p>
            <a:pPr>
              <a:spcAft>
                <a:spcPts val="800"/>
              </a:spcAft>
              <a:defRPr sz="1800"/>
            </a:pPr>
            <a:r>
              <a:t>• "Logic is wrong" — before you waste time debugging production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Real Story: "I shipped a calculator. 2+2 returned 22. One test would have caught it."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One test takes 5 minutes. Debugging production takes 5 hours.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FREE Testing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Tool       Language          Best For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Vitest     JavaScript/TS     React, Vue, modern JS</a:t>
            </a:r>
          </a:p>
          <a:p>
            <a:pPr>
              <a:spcAft>
                <a:spcPts val="800"/>
              </a:spcAft>
              <a:defRPr sz="2200"/>
            </a:pPr>
            <a:r>
              <a:t>Jest       JavaScript/TS     Node, React</a:t>
            </a:r>
          </a:p>
          <a:p>
            <a:pPr>
              <a:spcAft>
                <a:spcPts val="800"/>
              </a:spcAft>
              <a:defRPr sz="2200"/>
            </a:pPr>
            <a:r>
              <a:t>pytest     Python            All Python projects</a:t>
            </a:r>
          </a:p>
          <a:p>
            <a:pPr>
              <a:spcAft>
                <a:spcPts val="800"/>
              </a:spcAft>
              <a:defRPr sz="2200"/>
            </a:pPr>
            <a:r>
              <a:t>Go test    Go                Go projects (built-in)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Install (all platforms):</a:t>
            </a:r>
          </a:p>
          <a:p>
            <a:pPr>
              <a:spcAft>
                <a:spcPts val="800"/>
              </a:spcAft>
              <a:defRPr sz="2200"/>
            </a:pPr>
            <a:r>
              <a:t>  npm install -D vitest   # JavaScript</a:t>
            </a:r>
          </a:p>
          <a:p>
            <a:pPr>
              <a:spcAft>
                <a:spcPts val="800"/>
              </a:spcAft>
              <a:defRPr sz="2200"/>
            </a:pPr>
            <a:r>
              <a:t>  pip install pytest      # Python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TDD Light — One Test Before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// grocery-list.test.js</a:t>
            </a:r>
          </a:p>
          <a:p>
            <a:pPr>
              <a:spcAft>
                <a:spcPts val="800"/>
              </a:spcAft>
              <a:defRPr sz="1800"/>
            </a:pPr>
            <a:r>
              <a:t>import { test, expect } from 'vitest';</a:t>
            </a:r>
          </a:p>
          <a:p>
            <a:pPr>
              <a:spcAft>
                <a:spcPts val="800"/>
              </a:spcAft>
              <a:defRPr sz="1800"/>
            </a:pPr>
            <a:r>
              <a:t>import { GroceryList } from './grocery-list';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test('user can add an item', () =&gt; {</a:t>
            </a:r>
          </a:p>
          <a:p>
            <a:pPr>
              <a:spcAft>
                <a:spcPts val="800"/>
              </a:spcAft>
              <a:defRPr sz="1800"/>
            </a:pPr>
            <a:r>
              <a:t>  const list = new GroceryList();</a:t>
            </a:r>
          </a:p>
          <a:p>
            <a:pPr>
              <a:spcAft>
                <a:spcPts val="800"/>
              </a:spcAft>
              <a:defRPr sz="1800"/>
            </a:pPr>
            <a:r>
              <a:t>  list.add('Milk');</a:t>
            </a:r>
          </a:p>
          <a:p>
            <a:pPr>
              <a:spcAft>
                <a:spcPts val="800"/>
              </a:spcAft>
              <a:defRPr sz="1800"/>
            </a:pPr>
            <a:r>
              <a:t>  expect(list.items).toContain('Milk');</a:t>
            </a:r>
          </a:p>
          <a:p>
            <a:pPr>
              <a:spcAft>
                <a:spcPts val="800"/>
              </a:spcAft>
              <a:defRPr sz="1800"/>
            </a:pPr>
            <a:r>
              <a:t>});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Run: npm test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If this test fails, your app is broken. Don't deploy broken apps.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TDD with AI — Red-Green-Refactor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Step        What to Do           AI Prompt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RED         Write failing test   "Write a Vitest test for adding items."</a:t>
            </a:r>
          </a:p>
          <a:p>
            <a:pPr>
              <a:spcAft>
                <a:spcPts val="800"/>
              </a:spcAft>
              <a:defRPr sz="2000"/>
            </a:pPr>
            <a:r>
              <a:t>GREEN       Make it pass         "Make this test pass with minimum code."</a:t>
            </a:r>
          </a:p>
          <a:p>
            <a:pPr>
              <a:spcAft>
                <a:spcPts val="800"/>
              </a:spcAft>
              <a:defRPr sz="2000"/>
            </a:pPr>
            <a:r>
              <a:t>REFACTOR    Clean up             "Refactor to be cleaner. Keep test passing."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Works with Gemini CLI (FREE) or Claude Code.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This cycle takes 5-10 minutes. Do it ONCE before deploy.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Common Deployment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Error               Cause              Fix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Build failed        Missing dep        Check logs, fix locally</a:t>
            </a:r>
          </a:p>
          <a:p>
            <a:pPr>
              <a:spcAft>
                <a:spcPts val="800"/>
              </a:spcAft>
              <a:defRPr sz="2200"/>
            </a:pPr>
            <a:r>
              <a:t>Module not found    Wrong path         Verify path, npm install</a:t>
            </a:r>
          </a:p>
          <a:p>
            <a:pPr>
              <a:spcAft>
                <a:spcPts val="800"/>
              </a:spcAft>
              <a:defRPr sz="2200"/>
            </a:pPr>
            <a:r>
              <a:t>Env var undefined   Not set            Add to platform settings</a:t>
            </a:r>
          </a:p>
          <a:p>
            <a:pPr>
              <a:spcAft>
                <a:spcPts val="800"/>
              </a:spcAft>
              <a:defRPr sz="2200"/>
            </a:pPr>
            <a:r>
              <a:t>App crashes         Missing API key    Check logs, add key</a:t>
            </a:r>
          </a:p>
          <a:p>
            <a:pPr>
              <a:spcAft>
                <a:spcPts val="800"/>
              </a:spcAft>
              <a:defRPr sz="2200"/>
            </a:pPr>
            <a:r>
              <a:t>504 Timeout         Too slow           Optimize cold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Debugging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When deploys fail, copy the error and ask: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Gemini CLI (FREE):</a:t>
            </a:r>
          </a:p>
          <a:p>
            <a:pPr>
              <a:spcAft>
                <a:spcPts val="800"/>
              </a:spcAft>
              <a:defRPr sz="2000"/>
            </a:pPr>
            <a:r>
              <a:t>  gemini "My Vercel build failed with this error:</a:t>
            </a:r>
          </a:p>
          <a:p>
            <a:pPr>
              <a:spcAft>
                <a:spcPts val="800"/>
              </a:spcAft>
              <a:defRPr sz="2000"/>
            </a:pPr>
            <a:r>
              <a:t>  [paste error log]</a:t>
            </a:r>
          </a:p>
          <a:p>
            <a:pPr>
              <a:spcAft>
                <a:spcPts val="800"/>
              </a:spcAft>
              <a:defRPr sz="2000"/>
            </a:pPr>
            <a:r>
              <a:t>  What's wrong and how do I fix it?"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Claude Code:</a:t>
            </a:r>
          </a:p>
          <a:p>
            <a:pPr>
              <a:spcAft>
                <a:spcPts val="800"/>
              </a:spcAft>
              <a:defRPr sz="2000"/>
            </a:pPr>
            <a:r>
              <a:t>  claude "Debug this deployment error: [paste error]"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AI is excellent at parsing error logs. Use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Pulse Check (End)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Quick review: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1. What platform will you deploy to? (Vercel / Railway / Render)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2. What's ONE test you'll write before deploying?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3. Where do you set environment variables in production?</a:t>
            </a: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</a:p>
          <a:p>
            <a:pPr>
              <a:spcAft>
                <a:spcPts val="800"/>
              </a:spcAft>
              <a:defRPr sz="2400"/>
            </a:pPr>
            <a:r>
              <a:t>Now go ship something!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Resources (All FREE)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Deployment:</a:t>
            </a:r>
          </a:p>
          <a:p>
            <a:pPr>
              <a:spcAft>
                <a:spcPts val="800"/>
              </a:spcAft>
              <a:defRPr sz="2200"/>
            </a:pPr>
            <a:r>
              <a:t>  vercel.com, railway.app, render.com, replit.com, netlify.com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AI Tools:</a:t>
            </a:r>
          </a:p>
          <a:p>
            <a:pPr>
              <a:spcAft>
                <a:spcPts val="800"/>
              </a:spcAft>
              <a:defRPr sz="2200"/>
            </a:pPr>
            <a:r>
              <a:t>  • Gemini CLI (FREE, 1M context!): ai.google.dev/gemini-cli</a:t>
            </a:r>
          </a:p>
          <a:p>
            <a:pPr>
              <a:spcAft>
                <a:spcPts val="800"/>
              </a:spcAft>
              <a:defRPr sz="2200"/>
            </a:pPr>
            <a:r>
              <a:t>  • Bolt.new, v0.dev, claude.ai/code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Testing:</a:t>
            </a:r>
          </a:p>
          <a:p>
            <a:pPr>
              <a:spcAft>
                <a:spcPts val="800"/>
              </a:spcAft>
              <a:defRPr sz="2200"/>
            </a:pPr>
            <a:r>
              <a:t>  vitest.dev, jestjs.io, pytest.org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All links in course README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Week 4: The Explore → Plan → Code → Verify Cycle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• Context engineering for AI tools</a:t>
            </a:r>
          </a:p>
          <a:p>
            <a:pPr>
              <a:spcAft>
                <a:spcPts val="800"/>
              </a:spcAft>
              <a:defRPr sz="2200"/>
            </a:pPr>
            <a:r>
              <a:t>• Instruction files (CLAUDE.md, .cursorrules)</a:t>
            </a:r>
          </a:p>
          <a:p>
            <a:pPr>
              <a:spcAft>
                <a:spcPts val="800"/>
              </a:spcAft>
              <a:defRPr sz="2200"/>
            </a:pPr>
            <a:r>
              <a:t>• Git workflows for AI-assisted development</a:t>
            </a:r>
          </a:p>
          <a:p>
            <a:pPr>
              <a:spcAft>
                <a:spcPts val="800"/>
              </a:spcAft>
              <a:defRPr sz="2200"/>
            </a:pPr>
            <a:r>
              <a:t>• Pushing past the 70% wall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You've shipped. Now we build discipline.</a:t>
            </a: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</a:p>
          <a:p>
            <a:pPr>
              <a:spcAft>
                <a:spcPts val="800"/>
              </a:spcAft>
              <a:defRPr sz="2200"/>
            </a:pPr>
            <a:r>
              <a:t>Instructor: Goker Ezberci | gokerez@gmail.com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Week 3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