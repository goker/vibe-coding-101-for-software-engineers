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ker/vibe-coding-101-for-software-engineers" TargetMode="External"/><Relationship Id="rId1" Type="http://schemas.openxmlformats.org/officeDocument/2006/relationships/image" Target="../media/Slide-1-image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ker/vibe-coding-101-for-software-engineers/tree/main/course-materials/templates/examples" TargetMode="External"/><Relationship Id="rId1" Type="http://schemas.openxmlformats.org/officeDocument/2006/relationships/image" Target="../media/Slide-1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goker/vibe-coding-101-for-software-engineers/tree/main/course-materials/templates/examples" TargetMode="External"/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Prepare a PRD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Vibe Coding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— Extra Material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cannot infer from omission. What you don’t specify, AI will invent.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Goker Ezberci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101: From Idea to Shipped Product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PRDs Matter in Vibe Coding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between building what you want and building what AI guesses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749040" cy="32918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329184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PRD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“Build me a todo app”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adds authentication you didn’t want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picks PostgreSQL (you wanted JSON)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291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builds React frontend (you wanted CLI)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hours wasted, start over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37760" y="1188720"/>
            <a:ext cx="3749040" cy="32918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1188720"/>
            <a:ext cx="54864" cy="3291840"/>
          </a:xfrm>
          <a:prstGeom prst="rect">
            <a:avLst/>
          </a:prstGeom>
          <a:solidFill>
            <a:srgbClr val="66BB6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3258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PRD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2578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sections tell AI exactly what to build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25780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Non-Goals prevent scope creep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25780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constraints lock the stack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257800" y="3291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 = testable “done”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2578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in one focused session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7 Sections of a PRD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PRD follows this exact structure. No more, no less.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43891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252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1430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0" y="11430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What, Who, Why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82296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645920"/>
            <a:ext cx="54864" cy="43891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6459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282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1645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840480" y="16459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specific MVP features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148840"/>
            <a:ext cx="82296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2148840"/>
            <a:ext cx="54864" cy="43891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1488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23113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2148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Non-Goals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840480" y="21488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WON’T build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2651760"/>
            <a:ext cx="82296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2651760"/>
            <a:ext cx="54864" cy="438912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26517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734056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26517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Constraints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840480" y="2651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Versions, stack, storage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3154680"/>
            <a:ext cx="82296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" y="3154680"/>
            <a:ext cx="54864" cy="43891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0" name="Text 24"/>
          <p:cNvSpPr/>
          <p:nvPr/>
        </p:nvSpPr>
        <p:spPr>
          <a:xfrm>
            <a:off x="640080" y="315468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3236976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3154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840480" y="31546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Testable checkboxes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57200" y="3657600"/>
            <a:ext cx="82296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57200" y="3657600"/>
            <a:ext cx="54864" cy="438912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36" name="Text 29"/>
          <p:cNvSpPr/>
          <p:nvPr/>
        </p:nvSpPr>
        <p:spPr>
          <a:xfrm>
            <a:off x="640080" y="36576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3739896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417320" y="3657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3840480" y="36576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with verification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457200" y="4160520"/>
            <a:ext cx="82296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57200" y="4160520"/>
            <a:ext cx="54864" cy="43891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2" name="Text 34"/>
          <p:cNvSpPr/>
          <p:nvPr/>
        </p:nvSpPr>
        <p:spPr>
          <a:xfrm>
            <a:off x="640080" y="41605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4242816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417320" y="41605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Rules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3840480" y="41605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/ Ask First / Never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1: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What, Who, and Why in one sentence each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0" cy="164592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6152"/>
            <a:ext cx="480974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Overview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What  | A CLI todo app for managing tasks   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Who   | Developers who prefer terminal      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Why   | Quick task mgmt without leaving CLI  |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5029200" cy="11887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17520"/>
            <a:ext cx="54864" cy="118872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089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429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“An app for users” — vague, no target audience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“A CLI todo app for developers who prefer terminal workflows”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0" y="1143000"/>
            <a:ext cx="3108960" cy="3063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28016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7220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89788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What: One sentence describing the project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978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Who: Specific target user (not “users”)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89788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Why: Clear problem being solved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2: Core Features (MVP)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specific features with command examples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0" cy="201168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6152"/>
            <a:ext cx="480974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Core Features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Task: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todo add "Buy groceries" → Creates with auto ID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List Tasks: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todo list → Shows all tasks with [ ] or [x]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Complete Task: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todo done 3 → Marks task #3 as complete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5029200" cy="10058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“Make it work well” — vague, unmeasurable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todo list shows all tasks with [ ] or [x] prefix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1143000"/>
            <a:ext cx="3108960" cy="32461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7220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9788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3–5 features maximum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978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Each feature is numbered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Each has a command/usage example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Features are specific (not vague)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3: Non-Goals (CRITICAL!)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section. AI reads your PRD and wonders: “Should I add authentication?”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749040" cy="24688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246888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187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Build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User authentication or login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Due dates or reminders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Cloud sync or backup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Mobile app or web interface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108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Multi-user collaboration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1143000"/>
            <a:ext cx="3840480" cy="24688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1143000"/>
            <a:ext cx="54864" cy="246888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261872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Use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166360" y="1645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Database (SQLite, PostgreSQL, etc.)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166360" y="2011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External APIs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166360" y="2377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Rich terminal UI libraries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166360" y="2743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Docker or containerization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166360" y="3108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Any paid services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51560" y="3840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If you wouldn’t build it in v1, list it as a Non-Goal. When in doubt, add it.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4: Technical Constraints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down the stack — exact versions, no ambiguity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0" cy="201168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6152"/>
            <a:ext cx="480974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Technical Constraints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Language      | Python 3.11+              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Framework     | None (stdlib only)         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Dependencies  | None                       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Data Storage  | JSON at ~/.todo/tasks.json 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Testing       | pytest, minimum 3 tests     |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5029200" cy="10058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“Any framework is fine” — AI will pick the heaviest 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“Python 3.11+, stdlib only, no external dependencies”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1143000"/>
            <a:ext cx="3108960" cy="32461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7220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978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Language with exact version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97880" y="2130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Framework specified (or None)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569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Dependencies listed (or None)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3008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Data storage location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97880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Testing framework specified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5: Success Criteria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Testable checkboxes for “done” — no vague language allowed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0" cy="182880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6152"/>
            <a:ext cx="480974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Success Criteria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todo add "text" creates task with unique 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todo list shows all tasks with 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Data persists between sessions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 ] All tests pass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5029200" cy="11887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337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“Works well”  ❌  “Is fast”  ❌  “Handles edge cases”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criterion must be a yes/no test you can run from the terminal.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each criterion to a Core Feature from Section 2.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1143000"/>
            <a:ext cx="3108960" cy="23774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17220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978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Each criterion is testable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130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No vague terms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25694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Includes specific commands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97880" y="3008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Maps to Core Features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6: Implementation Phases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build plan with verification at every step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274320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170432"/>
            <a:ext cx="480974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88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Phase 1: Core Data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Set up project + implement task storage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Create project structure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Define Task dataclass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Implement JSON read/write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todo.py add "Test"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 ~/.todo/tasks.json  # Shows task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Deliverables: todo.py, JSON utilities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60720" y="1097280"/>
            <a:ext cx="3017520" cy="27432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344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Has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89320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1856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932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23591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list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89320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9320" y="2862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commands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3154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8932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created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33088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05840" y="4023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verification is the #1 mistake. Every phase needs a command you can copy-paste to confirm it works.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Section 7: Agent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guardrails for AI — Always, Ask First, Never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3200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32004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automatically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Validate task ID before ops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Handle file I/O errors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Show help text on bad input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72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Use type hints everywhere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743200" cy="3200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143000"/>
            <a:ext cx="54864" cy="320040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First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human approval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Before changing data schema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Before adding new commands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688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Before any refactoring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072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Before changing file paths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2743200" cy="3200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143000"/>
            <a:ext cx="54864" cy="3200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stop, don’t do this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 Use external packages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 Add features not in PRD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688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 Skip writing tests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072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 Delete user data silently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Mistakes That Waste Hours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leads to AI building the wrong thing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51560" y="1143000"/>
            <a:ext cx="54864" cy="10515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216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904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"Make it work well"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todo list shows all tasks with [ ] or [x]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exact commands with expected output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8229600" cy="10515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13432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051560" y="2313432"/>
            <a:ext cx="54864" cy="10515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386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Non-Goals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6090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(No Non-Goals section)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28803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"Will NOT build: auth, database, cloud sync"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0906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fills gaps with guesses — specify what’s out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8229600" cy="10515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83864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051560" y="3483864"/>
            <a:ext cx="54864" cy="10515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557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83133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"Phase 1: Set up project"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40507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Verification: python todo.py add "Test" → Shows 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426110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phase needs a copy-paste command to test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PRD Quality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every box before you start coding. If ANY is missing, fix it first.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777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What / Who / Why (all three)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777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54864" cy="7772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Numbered (3–5 max)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59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Each has command example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3931920" cy="777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88920"/>
            <a:ext cx="54864" cy="7772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Non-Goals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5+ things you WON’T build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33284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Technologies you WON’T use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931920" cy="777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57600"/>
            <a:ext cx="54864" cy="77724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Exact versions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41970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Framework or None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051560"/>
            <a:ext cx="3931920" cy="777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051560"/>
            <a:ext cx="54864" cy="77724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097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1371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Testable criteria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15910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Maps to features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920240"/>
            <a:ext cx="3931920" cy="777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920240"/>
            <a:ext cx="54864" cy="77724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22402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2–4 phases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459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Verification commands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788920"/>
            <a:ext cx="3931920" cy="777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788920"/>
            <a:ext cx="54864" cy="7772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Rules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3108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Always (3+) / Ask First (2+) / Never (3+)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31920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0515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Check: Re-read entire PRD. Ask: “What’s missing that AI might assume?”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 Example PRDs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that matches your skill level and build it this week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32918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329184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(2–3 hours)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Todo CLI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56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Pomodoro Timer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Password Generator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Flashcard Quiz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Unit Converter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Daily Journal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Markdown Converter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Expense Tracker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143000"/>
            <a:ext cx="2743200" cy="32918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143000"/>
            <a:ext cx="54864" cy="329184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216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(4–8 hours)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Recipe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1956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Bookmark Manager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Habit Tracker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File Organizer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Screenshot Tool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RSS Aggregator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Commit Message Skill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Workout Tracker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143000"/>
            <a:ext cx="2743200" cy="32918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143000"/>
            <a:ext cx="54864" cy="3291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216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(1–4 weeks)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AI Code Review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956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Real-time Chat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Finance 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Task API (Teams)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SaaS Starter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Presentation Poll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24 examples available at: </a:t>
            </a:r>
            <a:pPr indent="0" marL="0">
              <a:buNone/>
            </a:pPr>
            <a:r>
              <a:rPr lang="en-US" sz="9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github.com/goker/vibe-coding-101-for-software-engineers/.../templates/examples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5943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521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0058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cannot infer from omission — be explicit about everything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91640"/>
            <a:ext cx="54864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6916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8379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6916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Non-Goals are critical — list what you WON’T build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2377440"/>
            <a:ext cx="54864" cy="59436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377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2374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377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Agent Rules — define Always / Ask First / Never boundaries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3063240"/>
            <a:ext cx="54864" cy="5943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30632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2095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063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verification — every phase needs test commands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" y="3749040"/>
            <a:ext cx="54864" cy="5943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37490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89534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7490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— commands with expected output, not vague descriptions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PRD Examples: </a:t>
            </a:r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github.com/goker/vibe-coding-101-for-software-engineers/.../templates/examples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Prepare a PRD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Prepare a PRD for Vibe Coding</dc:title>
  <dc:subject>PptxGenJS Presentation</dc:subject>
  <dc:creator>Goker Ezberci</dc:creator>
  <cp:lastModifiedBy>Goker Ezberci</cp:lastModifiedBy>
  <cp:revision>1</cp:revision>
  <dcterms:created xsi:type="dcterms:W3CDTF">2026-02-20T03:16:20Z</dcterms:created>
  <dcterms:modified xsi:type="dcterms:W3CDTF">2026-02-20T03:16:20Z</dcterms:modified>
</cp:coreProperties>
</file>