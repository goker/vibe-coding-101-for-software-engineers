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How to Prepare a PRD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For 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Week 3 Extra Material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Without a PRD:</a:t>
            </a:r>
          </a:p>
          <a:p>
            <a:pPr>
              <a:spcAft>
                <a:spcPts val="600"/>
              </a:spcAft>
              <a:defRPr sz="2000"/>
            </a:pPr>
            <a:r>
              <a:t>  You: "Build a todo app"</a:t>
            </a:r>
          </a:p>
          <a:p>
            <a:pPr>
              <a:spcAft>
                <a:spcPts val="600"/>
              </a:spcAft>
              <a:defRPr sz="2000"/>
            </a:pPr>
            <a:r>
              <a:t>  AI: Creates authentication, database, cloud sync, notifications...</a:t>
            </a:r>
          </a:p>
          <a:p>
            <a:pPr>
              <a:spcAft>
                <a:spcPts val="600"/>
              </a:spcAft>
              <a:defRPr sz="2000"/>
            </a:pPr>
            <a:r>
              <a:t>  You: "That's not what I wanted!"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With a PRD:</a:t>
            </a:r>
          </a:p>
          <a:p>
            <a:pPr>
              <a:spcAft>
                <a:spcPts val="600"/>
              </a:spcAft>
              <a:defRPr sz="2000"/>
            </a:pPr>
            <a:r>
              <a:t>  You: [Shares detailed PRD with Non-Goals]</a:t>
            </a:r>
          </a:p>
          <a:p>
            <a:pPr>
              <a:spcAft>
                <a:spcPts val="600"/>
              </a:spcAft>
              <a:defRPr sz="2000"/>
            </a:pPr>
            <a:r>
              <a:t>  AI: Creates exactly what you specified</a:t>
            </a:r>
          </a:p>
          <a:p>
            <a:pPr>
              <a:spcAft>
                <a:spcPts val="600"/>
              </a:spcAft>
              <a:defRPr sz="2000"/>
            </a:pPr>
            <a:r>
              <a:t>  You: "Perfect!"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AI cannot infer from omission. What you don't say, AI will invent.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/>
            </a:pPr>
            <a:r>
              <a:t>"AI reads your PRD and thinks: They didn't mention authentication... should I add it? They didn't mention a database... should I use one?"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WITHOUT Non-Goals: AI guesses (usually wrong)</a:t>
            </a:r>
            <a:br/>
            <a:r>
              <a:t>WITH Non-Goals: AI follows your explicit boundaries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PRD Structure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/>
            </a:pPr>
            <a:r>
              <a:t>Section              Purpose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Overview             What/Who/Why - one sentence each</a:t>
            </a:r>
          </a:p>
          <a:p>
            <a:pPr>
              <a:spcAft>
                <a:spcPts val="600"/>
              </a:spcAft>
              <a:defRPr sz="2200"/>
            </a:pPr>
            <a:r>
              <a:t>Core Features        3-5 MVP features only</a:t>
            </a:r>
          </a:p>
          <a:p>
            <a:pPr>
              <a:spcAft>
                <a:spcPts val="600"/>
              </a:spcAft>
              <a:defRPr sz="2200"/>
            </a:pPr>
            <a:r>
              <a:t>Non-Goals            What you WON'T build (CRITICAL!)</a:t>
            </a:r>
          </a:p>
          <a:p>
            <a:pPr>
              <a:spcAft>
                <a:spcPts val="600"/>
              </a:spcAft>
              <a:defRPr sz="2200"/>
            </a:pPr>
            <a:r>
              <a:t>Technical Constraints Language, framework, dependencies</a:t>
            </a:r>
          </a:p>
          <a:p>
            <a:pPr>
              <a:spcAft>
                <a:spcPts val="600"/>
              </a:spcAft>
              <a:defRPr sz="2200"/>
            </a:pPr>
            <a:r>
              <a:t>Success Criteria     How we know it's done</a:t>
            </a:r>
          </a:p>
          <a:p>
            <a:pPr>
              <a:spcAft>
                <a:spcPts val="600"/>
              </a:spcAft>
              <a:defRPr sz="2200"/>
            </a:pPr>
            <a:r>
              <a:t>Implementation Phases Step-by-step with verification</a:t>
            </a:r>
          </a:p>
          <a:p>
            <a:pPr>
              <a:spcAft>
                <a:spcPts val="600"/>
              </a:spcAft>
              <a:defRPr sz="2200"/>
            </a:pPr>
            <a:r>
              <a:t>Agent Rules          Always / Ask First / Never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Section 1: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/>
            </a:pPr>
            <a:r>
              <a:t>Format: Simple table with What/Who/Why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## Overview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| What | A command-line todo app for managing tasks |</a:t>
            </a:r>
          </a:p>
          <a:p>
            <a:pPr>
              <a:spcAft>
                <a:spcPts val="600"/>
              </a:spcAft>
              <a:defRPr sz="2200"/>
            </a:pPr>
            <a:r>
              <a:t>| Who  | Developers who prefer terminal workflows |</a:t>
            </a:r>
          </a:p>
          <a:p>
            <a:pPr>
              <a:spcAft>
                <a:spcPts val="600"/>
              </a:spcAft>
              <a:defRPr sz="2200"/>
            </a:pPr>
            <a:r>
              <a:t>| Why  | Quick task management without leaving terminal |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Keep it to ONE sentence each. No paragraphs.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Overview: Good vs 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BAD Overview:</a:t>
            </a:r>
          </a:p>
          <a:p>
            <a:pPr>
              <a:spcAft>
                <a:spcPts val="600"/>
              </a:spcAft>
              <a:defRPr sz="2000"/>
            </a:pPr>
            <a:r>
              <a:t>  What: An app</a:t>
            </a:r>
          </a:p>
          <a:p>
            <a:pPr>
              <a:spcAft>
                <a:spcPts val="600"/>
              </a:spcAft>
              <a:defRPr sz="2000"/>
            </a:pPr>
            <a:r>
              <a:t>  Who: Users</a:t>
            </a:r>
          </a:p>
          <a:p>
            <a:pPr>
              <a:spcAft>
                <a:spcPts val="600"/>
              </a:spcAft>
              <a:defRPr sz="2000"/>
            </a:pPr>
            <a:r>
              <a:t>  Why: To help them</a:t>
            </a:r>
          </a:p>
          <a:p>
            <a:pPr>
              <a:spcAft>
                <a:spcPts val="600"/>
              </a:spcAft>
              <a:defRPr sz="2000"/>
            </a:pPr>
            <a:r>
              <a:t>  (Too vague - AI will guess everything)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GOOD Overview:</a:t>
            </a:r>
          </a:p>
          <a:p>
            <a:pPr>
              <a:spcAft>
                <a:spcPts val="600"/>
              </a:spcAft>
              <a:defRPr sz="2000"/>
            </a:pPr>
            <a:r>
              <a:t>  What: A command-line expense tracker with monthly summaries</a:t>
            </a:r>
          </a:p>
          <a:p>
            <a:pPr>
              <a:spcAft>
                <a:spcPts val="600"/>
              </a:spcAft>
              <a:defRPr sz="2000"/>
            </a:pPr>
            <a:r>
              <a:t>  Who: Anyone who wants to track daily spending without a complex app</a:t>
            </a:r>
          </a:p>
          <a:p>
            <a:pPr>
              <a:spcAft>
                <a:spcPts val="600"/>
              </a:spcAft>
              <a:defRPr sz="2000"/>
            </a:pPr>
            <a:r>
              <a:t>  Why: Quick expense logging and simple reports from the terminal</a:t>
            </a:r>
          </a:p>
          <a:p>
            <a:pPr>
              <a:spcAft>
                <a:spcPts val="600"/>
              </a:spcAft>
              <a:defRPr sz="2000"/>
            </a:pPr>
            <a:r>
              <a:t>  (Specific - AI knows exactly what to build)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Section 2: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Format: Numbered list, 3-5 features max, with examples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## Core Features (MVP)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1. Add Task: todo add "Buy groceries" -&gt; Creates task with auto ID</a:t>
            </a:r>
          </a:p>
          <a:p>
            <a:pPr>
              <a:spcAft>
                <a:spcPts val="600"/>
              </a:spcAft>
              <a:defRPr sz="2000"/>
            </a:pPr>
            <a:r>
              <a:t>2. List Tasks: todo list -&gt; Shows all tasks with status</a:t>
            </a:r>
          </a:p>
          <a:p>
            <a:pPr>
              <a:spcAft>
                <a:spcPts val="600"/>
              </a:spcAft>
              <a:defRPr sz="2000"/>
            </a:pPr>
            <a:r>
              <a:t>3. Complete Task: todo done 3 -&gt; Marks task #3 as complete</a:t>
            </a:r>
          </a:p>
          <a:p>
            <a:pPr>
              <a:spcAft>
                <a:spcPts val="600"/>
              </a:spcAft>
              <a:defRPr sz="2000"/>
            </a:pPr>
            <a:r>
              <a:t>4. Delete Task: todo delete 3 -&gt; Removes task #3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Include command examples where applicable!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Core Features: Good vs 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BAD Features:</a:t>
            </a:r>
          </a:p>
          <a:p>
            <a:pPr>
              <a:spcAft>
                <a:spcPts val="600"/>
              </a:spcAft>
              <a:defRPr sz="2000"/>
            </a:pPr>
            <a:r>
              <a:t>  1. Add things</a:t>
            </a:r>
          </a:p>
          <a:p>
            <a:pPr>
              <a:spcAft>
                <a:spcPts val="600"/>
              </a:spcAft>
              <a:defRPr sz="2000"/>
            </a:pPr>
            <a:r>
              <a:t>  2. Remove things</a:t>
            </a:r>
          </a:p>
          <a:p>
            <a:pPr>
              <a:spcAft>
                <a:spcPts val="600"/>
              </a:spcAft>
              <a:defRPr sz="2000"/>
            </a:pPr>
            <a:r>
              <a:t>  3. Make it work well   (What does this mean?)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GOOD Features:</a:t>
            </a:r>
          </a:p>
          <a:p>
            <a:pPr>
              <a:spcAft>
                <a:spcPts val="600"/>
              </a:spcAft>
              <a:defRPr sz="2000"/>
            </a:pPr>
            <a:r>
              <a:t>  1. Add Task: todo add "text" -&gt; Creates task with unique ID</a:t>
            </a:r>
          </a:p>
          <a:p>
            <a:pPr>
              <a:spcAft>
                <a:spcPts val="600"/>
              </a:spcAft>
              <a:defRPr sz="2000"/>
            </a:pPr>
            <a:r>
              <a:t>  2. List Tasks: todo list -&gt; Shows: [ ] 1. Buy milk</a:t>
            </a:r>
          </a:p>
          <a:p>
            <a:pPr>
              <a:spcAft>
                <a:spcPts val="600"/>
              </a:spcAft>
              <a:defRPr sz="2000"/>
            </a:pPr>
            <a:r>
              <a:t>  3. Complete Task: todo done 3 -&gt; Changes [ ] to [x]</a:t>
            </a:r>
          </a:p>
          <a:p>
            <a:pPr>
              <a:spcAft>
                <a:spcPts val="600"/>
              </a:spcAft>
              <a:defRPr sz="2000"/>
            </a:pPr>
            <a:r>
              <a:t>  4. Delete Task: todo delete 3 -&gt; Removes with confirmation</a:t>
            </a:r>
          </a:p>
          <a:p>
            <a:pPr>
              <a:spcAft>
                <a:spcPts val="600"/>
              </a:spcAft>
              <a:defRPr sz="2000"/>
            </a:pPr>
            <a:r>
              <a:t>  (Specific commands and expected output)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/>
            </a:pPr>
            <a:r>
              <a:t>Section 3: Non-Goals</a:t>
            </a:r>
            <a:br/>
            <a:br/>
            <a:r>
              <a:t>THE MOST CRITICAL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If you wouldn't build it in v1, list it as a Non-Goal.</a:t>
            </a:r>
            <a:br/>
            <a:r>
              <a:t>AI will assume everything not mentioned is in scope.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Non-Goals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## Non-Goals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Will NOT build:</a:t>
            </a:r>
          </a:p>
          <a:p>
            <a:pPr>
              <a:spcAft>
                <a:spcPts val="600"/>
              </a:spcAft>
              <a:defRPr sz="2000"/>
            </a:pPr>
            <a:r>
              <a:t>- User authentication or login</a:t>
            </a:r>
          </a:p>
          <a:p>
            <a:pPr>
              <a:spcAft>
                <a:spcPts val="600"/>
              </a:spcAft>
              <a:defRPr sz="2000"/>
            </a:pPr>
            <a:r>
              <a:t>- Due dates or reminders</a:t>
            </a:r>
          </a:p>
          <a:p>
            <a:pPr>
              <a:spcAft>
                <a:spcPts val="600"/>
              </a:spcAft>
              <a:defRPr sz="2000"/>
            </a:pPr>
            <a:r>
              <a:t>- Priority levels or tags</a:t>
            </a:r>
          </a:p>
          <a:p>
            <a:pPr>
              <a:spcAft>
                <a:spcPts val="600"/>
              </a:spcAft>
              <a:defRPr sz="2000"/>
            </a:pPr>
            <a:r>
              <a:t>- Cloud sync or backup</a:t>
            </a:r>
          </a:p>
          <a:p>
            <a:pPr>
              <a:spcAft>
                <a:spcPts val="600"/>
              </a:spcAft>
              <a:defRPr sz="2000"/>
            </a:pPr>
            <a:r>
              <a:t>- Multiple todo lists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Will NOT use:</a:t>
            </a:r>
          </a:p>
          <a:p>
            <a:pPr>
              <a:spcAft>
                <a:spcPts val="600"/>
              </a:spcAft>
              <a:defRPr sz="2000"/>
            </a:pPr>
            <a:r>
              <a:t>- Database (SQLite, PostgreSQL, etc.)</a:t>
            </a:r>
          </a:p>
          <a:p>
            <a:pPr>
              <a:spcAft>
                <a:spcPts val="600"/>
              </a:spcAft>
              <a:defRPr sz="2000"/>
            </a:pPr>
            <a:r>
              <a:t>- External APIs</a:t>
            </a:r>
          </a:p>
          <a:p>
            <a:pPr>
              <a:spcAft>
                <a:spcPts val="600"/>
              </a:spcAft>
              <a:defRPr sz="2000"/>
            </a:pPr>
            <a:r>
              <a:t>- Rich terminal UI libraries (blessed, rich)</a:t>
            </a:r>
          </a:p>
          <a:p>
            <a:pPr>
              <a:spcAft>
                <a:spcPts val="600"/>
              </a:spcAft>
              <a:defRPr sz="2000"/>
            </a:pPr>
            <a:r>
              <a:t>- npm packages beyond standard library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Non-Goals: Good vs 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BAD Non-Goals:</a:t>
            </a:r>
          </a:p>
          <a:p>
            <a:pPr>
              <a:spcAft>
                <a:spcPts val="600"/>
              </a:spcAft>
              <a:defRPr sz="1800"/>
            </a:pPr>
            <a:r>
              <a:t>- "Nothing complicated"</a:t>
            </a:r>
          </a:p>
          <a:p>
            <a:pPr>
              <a:spcAft>
                <a:spcPts val="600"/>
              </a:spcAft>
              <a:defRPr sz="1800"/>
            </a:pPr>
            <a:r>
              <a:t>- "No fancy stuff"</a:t>
            </a:r>
          </a:p>
          <a:p>
            <a:pPr>
              <a:spcAft>
                <a:spcPts val="600"/>
              </a:spcAft>
              <a:defRPr sz="1800"/>
            </a:pPr>
            <a:r>
              <a:t>- "Keep it simple"</a:t>
            </a:r>
          </a:p>
          <a:p>
            <a:pPr>
              <a:spcAft>
                <a:spcPts val="600"/>
              </a:spcAft>
              <a:defRPr sz="1800"/>
            </a:pPr>
            <a:r>
              <a:t>(These mean nothing to AI)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GOOD Non-Goals:</a:t>
            </a:r>
          </a:p>
          <a:p>
            <a:pPr>
              <a:spcAft>
                <a:spcPts val="600"/>
              </a:spcAft>
              <a:defRPr sz="1800"/>
            </a:pPr>
            <a:r>
              <a:t>Will NOT build:</a:t>
            </a:r>
          </a:p>
          <a:p>
            <a:pPr>
              <a:spcAft>
                <a:spcPts val="600"/>
              </a:spcAft>
              <a:defRPr sz="1800"/>
            </a:pPr>
            <a:r>
              <a:t>- User authentication or login</a:t>
            </a:r>
          </a:p>
          <a:p>
            <a:pPr>
              <a:spcAft>
                <a:spcPts val="600"/>
              </a:spcAft>
              <a:defRPr sz="1800"/>
            </a:pPr>
            <a:r>
              <a:t>- Database (use JSON file only)</a:t>
            </a:r>
          </a:p>
          <a:p>
            <a:pPr>
              <a:spcAft>
                <a:spcPts val="600"/>
              </a:spcAft>
              <a:defRPr sz="1800"/>
            </a:pPr>
            <a:r>
              <a:t>- Cloud sync or backup</a:t>
            </a:r>
          </a:p>
          <a:p>
            <a:pPr>
              <a:spcAft>
                <a:spcPts val="600"/>
              </a:spcAft>
              <a:defRPr sz="1800"/>
            </a:pPr>
            <a:r>
              <a:t>- Due dates, reminders, notifications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Will NOT use:</a:t>
            </a:r>
          </a:p>
          <a:p>
            <a:pPr>
              <a:spcAft>
                <a:spcPts val="600"/>
              </a:spcAft>
              <a:defRPr sz="1800"/>
            </a:pPr>
            <a:r>
              <a:t>- External APIs</a:t>
            </a:r>
          </a:p>
          <a:p>
            <a:pPr>
              <a:spcAft>
                <a:spcPts val="600"/>
              </a:spcAft>
              <a:defRPr sz="1800"/>
            </a:pPr>
            <a:r>
              <a:t>- npm packages beyond stdlib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How to Write Non-Goals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/>
            </a:pPr>
            <a:r>
              <a:t>Ask yourself these questions: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1. What features might AI add that I don't want?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2. What technologies should AI avoid?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3. What scope boundaries exist?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4. What would make this project too complex?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Rule: If someone asks "what about X?" and your answer is</a:t>
            </a:r>
          </a:p>
          <a:p>
            <a:pPr>
              <a:spcAft>
                <a:spcPts val="600"/>
              </a:spcAft>
              <a:defRPr sz="2200"/>
            </a:pPr>
            <a:r>
              <a:t>"not in v1", add it to Non-Goals.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Section 4: Technical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Format: Table with specific versions and requirements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## Technical Constraints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| Language     | Python 3.11+                    |</a:t>
            </a:r>
          </a:p>
          <a:p>
            <a:pPr>
              <a:spcAft>
                <a:spcPts val="600"/>
              </a:spcAft>
              <a:defRPr sz="2000"/>
            </a:pPr>
            <a:r>
              <a:t>| Framework    | None (stdlib only)              |</a:t>
            </a:r>
          </a:p>
          <a:p>
            <a:pPr>
              <a:spcAft>
                <a:spcPts val="600"/>
              </a:spcAft>
              <a:defRPr sz="2000"/>
            </a:pPr>
            <a:r>
              <a:t>| Dependencies | None                            |</a:t>
            </a:r>
          </a:p>
          <a:p>
            <a:pPr>
              <a:spcAft>
                <a:spcPts val="600"/>
              </a:spcAft>
              <a:defRPr sz="2000"/>
            </a:pPr>
            <a:r>
              <a:t>| Data Storage | JSON at ~/.todo/tasks.json      |</a:t>
            </a:r>
          </a:p>
          <a:p>
            <a:pPr>
              <a:spcAft>
                <a:spcPts val="600"/>
              </a:spcAft>
              <a:defRPr sz="2000"/>
            </a:pPr>
            <a:r>
              <a:t>| Testing      | pytest, minimum 3 tests         |</a:t>
            </a:r>
          </a:p>
          <a:p>
            <a:pPr>
              <a:spcAft>
                <a:spcPts val="600"/>
              </a:spcAft>
              <a:defRPr sz="2000"/>
            </a:pPr>
            <a:r>
              <a:t>| Code Style   | Black formatter, type hints     |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Common mistake: Not specifying versions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Section 5: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Format: Checkboxes with testable criteria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## Success Criteria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[ ] todo add "text" creates task with unique ID</a:t>
            </a:r>
          </a:p>
          <a:p>
            <a:pPr>
              <a:spcAft>
                <a:spcPts val="600"/>
              </a:spcAft>
              <a:defRPr sz="2000"/>
            </a:pPr>
            <a:r>
              <a:t>[ ] todo list shows all tasks with status indicators</a:t>
            </a:r>
          </a:p>
          <a:p>
            <a:pPr>
              <a:spcAft>
                <a:spcPts val="600"/>
              </a:spcAft>
              <a:defRPr sz="2000"/>
            </a:pPr>
            <a:r>
              <a:t>[ ] todo done 3 marks task as complete</a:t>
            </a:r>
          </a:p>
          <a:p>
            <a:pPr>
              <a:spcAft>
                <a:spcPts val="600"/>
              </a:spcAft>
              <a:defRPr sz="2000"/>
            </a:pPr>
            <a:r>
              <a:t>[ ] todo delete 3 removes task with confirmation</a:t>
            </a:r>
          </a:p>
          <a:p>
            <a:pPr>
              <a:spcAft>
                <a:spcPts val="600"/>
              </a:spcAft>
              <a:defRPr sz="2000"/>
            </a:pPr>
            <a:r>
              <a:t>[ ] Data persists between sessions</a:t>
            </a:r>
          </a:p>
          <a:p>
            <a:pPr>
              <a:spcAft>
                <a:spcPts val="600"/>
              </a:spcAft>
              <a:defRPr sz="2000"/>
            </a:pPr>
            <a:r>
              <a:t>[ ] All tests pass with pytest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Each criterion must be testable - no "works well"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Section 6: Implementation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Format: Each phase has Goal, Tasks, Verification, Deliverables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### Phase 1: Core Data Model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Goal: Set up project and implement task storage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Tasks:</a:t>
            </a:r>
          </a:p>
          <a:p>
            <a:pPr>
              <a:spcAft>
                <a:spcPts val="600"/>
              </a:spcAft>
              <a:defRPr sz="1800"/>
            </a:pPr>
            <a:r>
              <a:t>1. Create project structure with todo.py</a:t>
            </a:r>
          </a:p>
          <a:p>
            <a:pPr>
              <a:spcAft>
                <a:spcPts val="600"/>
              </a:spcAft>
              <a:defRPr sz="1800"/>
            </a:pPr>
            <a:r>
              <a:t>2. Define Task dataclass (id, text, completed)</a:t>
            </a:r>
          </a:p>
          <a:p>
            <a:pPr>
              <a:spcAft>
                <a:spcPts val="600"/>
              </a:spcAft>
              <a:defRPr sz="1800"/>
            </a:pPr>
            <a:r>
              <a:t>3. Implement JSON read/write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Verification:</a:t>
            </a:r>
          </a:p>
          <a:p>
            <a:pPr>
              <a:spcAft>
                <a:spcPts val="600"/>
              </a:spcAft>
              <a:defRPr sz="1800"/>
            </a:pPr>
            <a:r>
              <a:t>  python todo.py add "Test task"</a:t>
            </a:r>
          </a:p>
          <a:p>
            <a:pPr>
              <a:spcAft>
                <a:spcPts val="600"/>
              </a:spcAft>
              <a:defRPr sz="1800"/>
            </a:pPr>
            <a:r>
              <a:t>  cat ~/.todo/tasks.json  # Shows task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Deliverables: todo.py, JSON utilities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Phase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/>
            </a:pPr>
            <a:r>
              <a:t>Element          Purpose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Goal             What this phase accomplishes (one sentence)</a:t>
            </a:r>
          </a:p>
          <a:p>
            <a:pPr>
              <a:spcAft>
                <a:spcPts val="600"/>
              </a:spcAft>
              <a:defRPr sz="2200"/>
            </a:pPr>
            <a:r>
              <a:t>Tasks            Numbered list of specific tasks</a:t>
            </a:r>
          </a:p>
          <a:p>
            <a:pPr>
              <a:spcAft>
                <a:spcPts val="600"/>
              </a:spcAft>
              <a:defRPr sz="2200"/>
            </a:pPr>
            <a:r>
              <a:t>Verification     Exact commands to test it works</a:t>
            </a:r>
          </a:p>
          <a:p>
            <a:pPr>
              <a:spcAft>
                <a:spcPts val="600"/>
              </a:spcAft>
              <a:defRPr sz="2200"/>
            </a:pPr>
            <a:r>
              <a:t>Deliverables     Files/artifacts created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Why phases?</a:t>
            </a:r>
          </a:p>
          <a:p>
            <a:pPr>
              <a:spcAft>
                <a:spcPts val="600"/>
              </a:spcAft>
              <a:defRPr sz="2200"/>
            </a:pPr>
            <a:r>
              <a:t>- Guides AI to build incrementally</a:t>
            </a:r>
          </a:p>
          <a:p>
            <a:pPr>
              <a:spcAft>
                <a:spcPts val="600"/>
              </a:spcAft>
              <a:defRPr sz="2200"/>
            </a:pPr>
            <a:r>
              <a:t>- Each phase is a checkpoint</a:t>
            </a:r>
          </a:p>
          <a:p>
            <a:pPr>
              <a:spcAft>
                <a:spcPts val="600"/>
              </a:spcAft>
              <a:defRPr sz="2200"/>
            </a:pPr>
            <a:r>
              <a:t>- Easier to debug issues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Section 7: Agent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The guardrails for AI behavior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## Agent Rules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| Always               | Ask First              | Never               |</a:t>
            </a:r>
          </a:p>
          <a:p>
            <a:pPr>
              <a:spcAft>
                <a:spcPts val="600"/>
              </a:spcAft>
              <a:defRPr sz="1800"/>
            </a:pPr>
            <a:r>
              <a:t>|----------------------|------------------------|---------------------|</a:t>
            </a:r>
          </a:p>
          <a:p>
            <a:pPr>
              <a:spcAft>
                <a:spcPts val="600"/>
              </a:spcAft>
              <a:defRPr sz="1800"/>
            </a:pPr>
            <a:r>
              <a:t>| Validate task ID     | Before schema change   | External packages   |</a:t>
            </a:r>
          </a:p>
          <a:p>
            <a:pPr>
              <a:spcAft>
                <a:spcPts val="600"/>
              </a:spcAft>
              <a:defRPr sz="1800"/>
            </a:pPr>
            <a:r>
              <a:t>| Handle errors        | Before new commands    | Store outside ~/.todo|</a:t>
            </a:r>
          </a:p>
          <a:p>
            <a:pPr>
              <a:spcAft>
                <a:spcPts val="600"/>
              </a:spcAft>
              <a:defRPr sz="1800"/>
            </a:pPr>
            <a:r>
              <a:t>| Show help messages   |                        | Add features not in PRD|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Always = Do this automatically</a:t>
            </a:r>
          </a:p>
          <a:p>
            <a:pPr>
              <a:spcAft>
                <a:spcPts val="600"/>
              </a:spcAft>
              <a:defRPr sz="1800"/>
            </a:pPr>
            <a:r>
              <a:t>Ask First = Get human approval before</a:t>
            </a:r>
          </a:p>
          <a:p>
            <a:pPr>
              <a:spcAft>
                <a:spcPts val="600"/>
              </a:spcAft>
              <a:defRPr sz="1800"/>
            </a:pPr>
            <a:r>
              <a:t>Never = Hard stop, don't do 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Common Mistake 1: Vague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/>
            </a:pPr>
          </a:p>
          <a:p>
            <a:pPr>
              <a:spcAft>
                <a:spcPts val="600"/>
              </a:spcAft>
              <a:defRPr sz="2600"/>
            </a:pPr>
            <a:r>
              <a:t>BAD: "Make it work well"</a:t>
            </a:r>
          </a:p>
          <a:p>
            <a:pPr>
              <a:spcAft>
                <a:spcPts val="600"/>
              </a:spcAft>
              <a:defRPr sz="2600"/>
            </a:pPr>
          </a:p>
          <a:p>
            <a:pPr>
              <a:spcAft>
                <a:spcPts val="600"/>
              </a:spcAft>
              <a:defRPr sz="2600"/>
            </a:pPr>
            <a:r>
              <a:t>GOOD: todo list shows all tasks with [ ] or [x] prefix</a:t>
            </a:r>
          </a:p>
          <a:p>
            <a:pPr>
              <a:spcAft>
                <a:spcPts val="600"/>
              </a:spcAft>
              <a:defRPr sz="2600"/>
            </a:pPr>
          </a:p>
          <a:p>
            <a:pPr>
              <a:spcAft>
                <a:spcPts val="600"/>
              </a:spcAft>
              <a:defRPr sz="2600"/>
            </a:pPr>
          </a:p>
          <a:p>
            <a:pPr>
              <a:spcAft>
                <a:spcPts val="600"/>
              </a:spcAft>
              <a:defRPr sz="2600"/>
            </a:pPr>
            <a:r>
              <a:t>BAD: "Add features as needed"</a:t>
            </a:r>
          </a:p>
          <a:p>
            <a:pPr>
              <a:spcAft>
                <a:spcPts val="600"/>
              </a:spcAft>
              <a:defRPr sz="2600"/>
            </a:pPr>
          </a:p>
          <a:p>
            <a:pPr>
              <a:spcAft>
                <a:spcPts val="600"/>
              </a:spcAft>
              <a:defRPr sz="2600"/>
            </a:pPr>
            <a:r>
              <a:t>GOOD: "Only features in Core Features section"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Common Mistake 2: Missing Non-Goals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/>
            </a:pPr>
          </a:p>
          <a:p>
            <a:pPr>
              <a:spcAft>
                <a:spcPts val="600"/>
              </a:spcAft>
              <a:defRPr sz="2600"/>
            </a:pPr>
            <a:r>
              <a:t>Result:</a:t>
            </a:r>
          </a:p>
          <a:p>
            <a:pPr>
              <a:spcAft>
                <a:spcPts val="600"/>
              </a:spcAft>
              <a:defRPr sz="2600"/>
            </a:pPr>
            <a:r>
              <a:t>AI adds authentication, database, cloud sync...</a:t>
            </a:r>
          </a:p>
          <a:p>
            <a:pPr>
              <a:spcAft>
                <a:spcPts val="600"/>
              </a:spcAft>
              <a:defRPr sz="2600"/>
            </a:pPr>
          </a:p>
          <a:p>
            <a:pPr>
              <a:spcAft>
                <a:spcPts val="600"/>
              </a:spcAft>
              <a:defRPr sz="2600"/>
            </a:pPr>
          </a:p>
          <a:p>
            <a:pPr>
              <a:spcAft>
                <a:spcPts val="600"/>
              </a:spcAft>
              <a:defRPr sz="2600"/>
            </a:pPr>
            <a:r>
              <a:t>Fix:</a:t>
            </a:r>
          </a:p>
          <a:p>
            <a:pPr>
              <a:spcAft>
                <a:spcPts val="600"/>
              </a:spcAft>
              <a:defRPr sz="2600"/>
            </a:pPr>
            <a:r>
              <a:t>Before finalizing PRD, ask:</a:t>
            </a:r>
          </a:p>
          <a:p>
            <a:pPr>
              <a:spcAft>
                <a:spcPts val="600"/>
              </a:spcAft>
              <a:defRPr sz="2600"/>
            </a:pPr>
            <a:r>
              <a:t>"What features might AI add that I don't want?"</a:t>
            </a:r>
          </a:p>
          <a:p>
            <a:pPr>
              <a:spcAft>
                <a:spcPts val="600"/>
              </a:spcAft>
              <a:defRPr sz="2600"/>
            </a:pPr>
          </a:p>
          <a:p>
            <a:pPr>
              <a:spcAft>
                <a:spcPts val="600"/>
              </a:spcAft>
              <a:defRPr sz="2600"/>
            </a:pPr>
            <a:r>
              <a:t>List them ALL in Non-Goals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Common Mistake 3: No Verification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/>
            </a:pPr>
          </a:p>
          <a:p>
            <a:pPr>
              <a:spcAft>
                <a:spcPts val="600"/>
              </a:spcAft>
              <a:defRPr sz="2400"/>
            </a:pPr>
            <a:r>
              <a:t>Bad Phase:</a:t>
            </a:r>
          </a:p>
          <a:p>
            <a:pPr>
              <a:spcAft>
                <a:spcPts val="600"/>
              </a:spcAft>
              <a:defRPr sz="2400"/>
            </a:pPr>
            <a:r>
              <a:t>  ### Phase 1</a:t>
            </a:r>
          </a:p>
          <a:p>
            <a:pPr>
              <a:spcAft>
                <a:spcPts val="600"/>
              </a:spcAft>
              <a:defRPr sz="2400"/>
            </a:pPr>
            <a:r>
              <a:t>  - Set up project</a:t>
            </a:r>
          </a:p>
          <a:p>
            <a:pPr>
              <a:spcAft>
                <a:spcPts val="600"/>
              </a:spcAft>
              <a:defRPr sz="2400"/>
            </a:pPr>
            <a:r>
              <a:t>  - Add features</a:t>
            </a:r>
          </a:p>
          <a:p>
            <a:pPr>
              <a:spcAft>
                <a:spcPts val="600"/>
              </a:spcAft>
              <a:defRPr sz="2400"/>
            </a:pPr>
          </a:p>
          <a:p>
            <a:pPr>
              <a:spcAft>
                <a:spcPts val="600"/>
              </a:spcAft>
              <a:defRPr sz="2400"/>
            </a:pPr>
            <a:r>
              <a:t>Good Phase:</a:t>
            </a:r>
          </a:p>
          <a:p>
            <a:pPr>
              <a:spcAft>
                <a:spcPts val="600"/>
              </a:spcAft>
              <a:defRPr sz="2400"/>
            </a:pPr>
            <a:r>
              <a:t>  ### Phase 1</a:t>
            </a:r>
          </a:p>
          <a:p>
            <a:pPr>
              <a:spcAft>
                <a:spcPts val="600"/>
              </a:spcAft>
              <a:defRPr sz="2400"/>
            </a:pPr>
            <a:r>
              <a:t>  Verification:</a:t>
            </a:r>
          </a:p>
          <a:p>
            <a:pPr>
              <a:spcAft>
                <a:spcPts val="600"/>
              </a:spcAft>
              <a:defRPr sz="2400"/>
            </a:pPr>
            <a:r>
              <a:t>    python todo.py add "Test"</a:t>
            </a:r>
          </a:p>
          <a:p>
            <a:pPr>
              <a:spcAft>
                <a:spcPts val="600"/>
              </a:spcAft>
              <a:defRPr sz="2400"/>
            </a:pPr>
            <a:r>
              <a:t>    python todo.py list  # Shows: [ ] 1. Test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PRD Quality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Before you start coding, verify: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[ ] Overview has What/Who/Why (all three)</a:t>
            </a:r>
          </a:p>
          <a:p>
            <a:pPr>
              <a:spcAft>
                <a:spcPts val="600"/>
              </a:spcAft>
              <a:defRPr sz="2000"/>
            </a:pPr>
            <a:r>
              <a:t>[ ] Features are numbered (3-5 max for MVP)</a:t>
            </a:r>
          </a:p>
          <a:p>
            <a:pPr>
              <a:spcAft>
                <a:spcPts val="600"/>
              </a:spcAft>
              <a:defRPr sz="2000"/>
            </a:pPr>
            <a:r>
              <a:t>[ ] Non-Goals list at least 5 things you WON'T build</a:t>
            </a:r>
          </a:p>
          <a:p>
            <a:pPr>
              <a:spcAft>
                <a:spcPts val="600"/>
              </a:spcAft>
              <a:defRPr sz="2000"/>
            </a:pPr>
            <a:r>
              <a:t>[ ] Technical constraints specify exact versions</a:t>
            </a:r>
          </a:p>
          <a:p>
            <a:pPr>
              <a:spcAft>
                <a:spcPts val="600"/>
              </a:spcAft>
              <a:defRPr sz="2000"/>
            </a:pPr>
            <a:r>
              <a:t>[ ] Success criteria are testable (not "works well")</a:t>
            </a:r>
          </a:p>
          <a:p>
            <a:pPr>
              <a:spcAft>
                <a:spcPts val="600"/>
              </a:spcAft>
              <a:defRPr sz="2000"/>
            </a:pPr>
            <a:r>
              <a:t>[ ] Each phase has verification commands</a:t>
            </a:r>
          </a:p>
          <a:p>
            <a:pPr>
              <a:spcAft>
                <a:spcPts val="600"/>
              </a:spcAft>
              <a:defRPr sz="2000"/>
            </a:pPr>
            <a:r>
              <a:t>[ ] Agent Rules table has all three columns filled</a:t>
            </a:r>
          </a:p>
          <a:p>
            <a:pPr>
              <a:spcAft>
                <a:spcPts val="600"/>
              </a:spcAft>
              <a:defRPr sz="2000"/>
            </a:pPr>
          </a:p>
          <a:p>
            <a:pPr>
              <a:spcAft>
                <a:spcPts val="600"/>
              </a:spcAft>
              <a:defRPr sz="2000"/>
            </a:pPr>
            <a:r>
              <a:t>If ANY is missing, fix it before touching code.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/>
            </a:pPr>
          </a:p>
          <a:p>
            <a:pPr>
              <a:spcAft>
                <a:spcPts val="600"/>
              </a:spcAft>
              <a:defRPr sz="2400"/>
            </a:pPr>
            <a:r>
              <a:t>1. AI cannot infer from omission - Be explicit about everything</a:t>
            </a:r>
          </a:p>
          <a:p>
            <a:pPr>
              <a:spcAft>
                <a:spcPts val="600"/>
              </a:spcAft>
              <a:defRPr sz="2400"/>
            </a:pPr>
          </a:p>
          <a:p>
            <a:pPr>
              <a:spcAft>
                <a:spcPts val="600"/>
              </a:spcAft>
              <a:defRPr sz="2400"/>
            </a:pPr>
            <a:r>
              <a:t>2. Non-Goals are critical - List what you WON'T build</a:t>
            </a:r>
          </a:p>
          <a:p>
            <a:pPr>
              <a:spcAft>
                <a:spcPts val="600"/>
              </a:spcAft>
              <a:defRPr sz="2400"/>
            </a:pPr>
          </a:p>
          <a:p>
            <a:pPr>
              <a:spcAft>
                <a:spcPts val="600"/>
              </a:spcAft>
              <a:defRPr sz="2400"/>
            </a:pPr>
            <a:r>
              <a:t>3. Use Agent Rules - Define Always/Ask First/Never</a:t>
            </a:r>
          </a:p>
          <a:p>
            <a:pPr>
              <a:spcAft>
                <a:spcPts val="600"/>
              </a:spcAft>
              <a:defRPr sz="2400"/>
            </a:pPr>
          </a:p>
          <a:p>
            <a:pPr>
              <a:spcAft>
                <a:spcPts val="600"/>
              </a:spcAft>
              <a:defRPr sz="2400"/>
            </a:pPr>
            <a:r>
              <a:t>4. Include verification - Every phase needs test commands</a:t>
            </a:r>
          </a:p>
          <a:p>
            <a:pPr>
              <a:spcAft>
                <a:spcPts val="600"/>
              </a:spcAft>
              <a:defRPr sz="2400"/>
            </a:pPr>
          </a:p>
          <a:p>
            <a:pPr>
              <a:spcAft>
                <a:spcPts val="600"/>
              </a:spcAft>
              <a:defRPr sz="2400"/>
            </a:pPr>
            <a:r>
              <a:t>5. Be specific - "Add task" vs todo add "text" -&gt; shows [ ] 1. text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Remember: A great PRD = A great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"What you don't say, AI will invent."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Now go write your PRD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Week 3 Extra Material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