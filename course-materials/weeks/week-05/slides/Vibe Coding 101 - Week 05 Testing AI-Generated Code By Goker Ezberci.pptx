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AI-Generated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Code Needs More Testing, Not Less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— Phase 2: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 that compiles is not code that works."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False Confidence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compiles, runs, and looks professional. But is it correct?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4980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749808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41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Off-By-One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527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starts at index 10 — users see empty first page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84248"/>
            <a:ext cx="8229600" cy="74980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84248"/>
            <a:ext cx="54864" cy="74980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8541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23682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a package that doesn’t exist — npm install fails in prod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25496"/>
            <a:ext cx="8229600" cy="74980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825496"/>
            <a:ext cx="54864" cy="749808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2666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Happy-Path Only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43000" y="32095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the demo, crashes on empty input or zero division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666744"/>
            <a:ext cx="8229600" cy="74980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666744"/>
            <a:ext cx="54864" cy="749808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6791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Loss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43000" y="4050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json.dump fails on datetime — config file silently truncated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Looks professional • Works for obvious case • Fails silently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AI Code Needs MORE Testing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paradox: AI writes fast → you trust more → you test less → bugs ship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20116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8892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01168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Write code slowly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Think about edge cases while writing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Small surface area — fewer functions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Bugs in code you understand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3657600" cy="20116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97280"/>
            <a:ext cx="54864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(No Tests)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Generate code in seconds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Skip thinking — it "just works"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Huge surface area — many functions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2660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Bugs in code you only skimmed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Categories of AI Bugs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74320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49040"/>
            <a:ext cx="54864" cy="8229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Confident-But-Wrong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correct, logic flawed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749040"/>
            <a:ext cx="274320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749040"/>
            <a:ext cx="54864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Plausible-But-Hallucinated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things that don’t exist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749040"/>
            <a:ext cx="274320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749040"/>
            <a:ext cx="54864" cy="8229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Works-For-Demo-Only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works, edge cases crash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Testing Pyramid for AI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layers + AI-specific 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0D1432">
              <a:alpha val="90000"/>
            </a:srgbClr>
          </a:solidFill>
          <a:ln w="12700">
            <a:solidFill>
              <a:srgbClr val="A882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deployed app work end-to-end?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920240"/>
            <a:ext cx="4114800" cy="594360"/>
          </a:xfrm>
          <a:prstGeom prst="rect">
            <a:avLst/>
          </a:prstGeom>
          <a:solidFill>
            <a:srgbClr val="0D1432">
              <a:alpha val="9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965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2221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components work together?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651760"/>
            <a:ext cx="5486400" cy="594360"/>
          </a:xfrm>
          <a:prstGeom prst="rect">
            <a:avLst/>
          </a:prstGeom>
          <a:solidFill>
            <a:srgbClr val="0D1432">
              <a:alpha val="90000"/>
            </a:srgbClr>
          </a:solidFill>
          <a:ln w="12700">
            <a:solidFill>
              <a:srgbClr val="66BB6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953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each function work correctly?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7315200" cy="594360"/>
          </a:xfrm>
          <a:prstGeom prst="rect">
            <a:avLst/>
          </a:prstGeom>
          <a:solidFill>
            <a:srgbClr val="0D1432">
              <a:alpha val="9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685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Hallucinations? Edge cases? Dependencies exist?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Fewer, slower, more expensive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More, faster, cheaper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548640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AI-Specific Tests (The New Foundation)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only matter because AI generated the code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789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7899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70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Tests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imported packages and APIs actually exist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737360"/>
            <a:ext cx="3657600" cy="36576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81051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importlib.import_module('json')  # exists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importlib.import_module('intl_fmt')  # FAILS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4114800" cy="10789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286000"/>
            <a:ext cx="54864" cy="1078992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Tests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cases AI skips: empty, None, large input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85800" y="2926080"/>
            <a:ext cx="3657600" cy="36576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7" name="Text 13"/>
          <p:cNvSpPr/>
          <p:nvPr/>
        </p:nvSpPr>
        <p:spPr>
          <a:xfrm>
            <a:off x="795528" y="299923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get_tasks([]) == 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pytest.raises(TypeError): get_tasks(None)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3474720"/>
            <a:ext cx="4114800" cy="107899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3474720"/>
            <a:ext cx="54864" cy="107899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Tests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8580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limits, zeros, negatives, extremes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" y="4114800"/>
            <a:ext cx="3657600" cy="36576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4" name="Text 19"/>
          <p:cNvSpPr/>
          <p:nvPr/>
        </p:nvSpPr>
        <p:spPr>
          <a:xfrm>
            <a:off x="795528" y="41879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get_page(items, 0) == items[:10]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pytest.raises(ValueError): get_page(items, -1)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846320" y="1097280"/>
            <a:ext cx="3840480" cy="33832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3444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1216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Tests?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07492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Human-written code rarely imports fake packages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74920" y="2148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AI optimizes for happy paths from training data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7492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AI doesn’t think about boundary conditions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07492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These tests catch the bugs UNIQUE to AI code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7492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Run them FIRST before traditional unit tests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TDD with AI: Red-Green-Refactor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the spec (test). AI writes the implementation.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06040" cy="1234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1234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failing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 writes this)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1234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97280"/>
            <a:ext cx="54864" cy="12344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make it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implements)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606040" cy="1234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097280"/>
            <a:ext cx="54864" cy="1234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clean 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(Tests stay passing)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60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160520" cy="15544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2587752"/>
            <a:ext cx="39410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YOU write the test (RED)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test_add_task_returns_dict():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add_task("Buy milk")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result["text"] == "Buy milk"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result["completed"] is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"id" in result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pytest  →  FAILS (Red!)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4160520" cy="15544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587752"/>
            <a:ext cx="39410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Tell AI to make it pass (GREEN)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 to AI: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"Implement add_task to make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this test pass. Python stdlib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only. Store in JSON file."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 implements → pytest → PASSES!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pytest  →  All green!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7024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are specifications. When you write tests first, you tell AI exactly what “correct” means.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TDD + AI vs. Traditional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TDD is the perfect workflow for AI-assisted development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+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think about...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behavior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080C2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comes from...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typing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goes off-track...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debug for hours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catch it immediately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080C2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decisions...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AI’s choice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choice (encoded in tests)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level...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think it works"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"Tests prove it works"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080C20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spent...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coding, 40% debugging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testing, 80% building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15968"/>
            <a:ext cx="228600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= Specification Author • AI = Implementation Partner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Evals: Testing the AI Itself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verify your code. Evals verify your AI workflow.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749040" cy="24688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468880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18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code work?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1305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2130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code is written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5694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fail: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63040" y="2569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function is broken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30083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fix: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46304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1143000"/>
            <a:ext cx="3749040" cy="25603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1143000"/>
            <a:ext cx="54864" cy="2560320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2618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166360" y="16916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4360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my AI workflow produce working code?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66360" y="21305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943600" y="2130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AI generates code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166360" y="25694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fail: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943600" y="2569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prompt, PRD, or instruction file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66360" y="30083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fix: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94360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configuration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864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Evals Matter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85800" y="4206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Changed your CLAUDE.md? Did outputs get better or worse?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85800" y="4480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Tweaked your PRD? Does AI still respect Non-Goals?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8580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Switched tools? Does the new one produce equivalent quality?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Levels of Evals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basic output checks to regression tracking over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33832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54864" cy="33832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Evals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generated code meet the spec?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Correct file structure?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All tests pass?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 extra dependencies?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Per generation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1097280"/>
            <a:ext cx="2834640" cy="33832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097280"/>
            <a:ext cx="54864" cy="338328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0700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233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Evals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375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follow your rules?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3756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Respects Non-Goals?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3756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Follows Agent Rules?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3756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 hallucinated packages?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3756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Per PRD change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72200" y="1097280"/>
            <a:ext cx="2834640" cy="33832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1097280"/>
            <a:ext cx="54864" cy="338328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6" name="Text 22"/>
          <p:cNvSpPr/>
          <p:nvPr/>
        </p:nvSpPr>
        <p:spPr>
          <a:xfrm>
            <a:off x="626364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20700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951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Evals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3093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your changes make things better or worse?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0936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Score before vs. after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0936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Track pass rate over time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0936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Compare across AI tools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0936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Over time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 Simple Eval Harness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on the same PRD N times, score the outputs, track pass rate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01752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70432"/>
            <a:ext cx="46268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eval_run.sh — Simple eval harness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PASS=0; FAIL=0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1 5); do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"=== Run $i ==="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1. File structure correct?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-f "run_$i/todo.py" ] &amp;&amp; ((PASS++)) || ((FAIL++))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Tests pass?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cd "run_$i" &amp;&amp; pytest -q &amp;&amp; ((PASS++)) || ((FAIL++))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3. No external dependencies?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 freeze &gt; deps.txt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$(wc -l &lt; deps.txt) -eq 0 ] &amp;&amp; ((PASS++))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"Pass rate: $PASS / $((PASS+FAIL))"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00400" cy="3017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1216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That Matter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18470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checks passed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with fake imports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 Violations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27614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AI shouldn’t add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3017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3218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code tested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0720" y="3474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3675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pass rate over 3-5 runs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Tools (All Free)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for professional testing at $0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749040" cy="22860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2860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18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574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 + assertions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coverage.py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574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Line-by-line coverage reports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pytest-cov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057400" y="2414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integrated with pytest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" y="2834640"/>
            <a:ext cx="3291840" cy="50292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" y="2907792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--cov=. --cov-report=term-missing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937760" y="1143000"/>
            <a:ext cx="3749040" cy="22860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1143000"/>
            <a:ext cx="54864" cy="228600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2618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/ TypeScript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16636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35508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Vite-native test runner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66360" y="2029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55080" y="2029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Facebook’s test framework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166360" y="24140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355080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 native coverage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166360" y="2834640"/>
            <a:ext cx="3291840" cy="50292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27" name="Text 23"/>
          <p:cNvSpPr/>
          <p:nvPr/>
        </p:nvSpPr>
        <p:spPr>
          <a:xfrm>
            <a:off x="5276088" y="2907792"/>
            <a:ext cx="30723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vitest run --coverage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0584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Write Tests — But You MUST Review Them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005840" y="4096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you can’t explain why a test would fail, it’s not a real test.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00584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unit tests, edge cases (empty/None/large), integration tests, boundary tests. No over-mocking.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Testing Pitfalls to Avoid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these traps. Learn to spot them.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046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064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Pass By 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624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assert result is not None  # Too weak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assert result['text'] == 'test'  # Tests actual behavior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8229600" cy="8046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47672"/>
            <a:ext cx="54864" cy="80467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47672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002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Over-Mocking Everything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258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@mock.patch('save')  # Mocks what you're testing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4963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def test(tmp_path):  # Uses real filesystem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8229600" cy="8046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43784"/>
            <a:ext cx="54864" cy="804672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4378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Implementation, Not Behavior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546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uuid.UUID(result['id'])  # Breaks if ID strategy changes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33924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assert t1['id'] != t2['id']  # Tests uniqueness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39896"/>
            <a:ext cx="8229600" cy="80467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39896"/>
            <a:ext cx="54864" cy="80467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39896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794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Theater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0507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'has_functions': 'def ' in code  # Trivially true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42885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'tests_pass': run_tests(code)  # Actually verifies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5-Point Eval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AI generation against these checks. Target: 80%+ pass rate across 3-5 runs.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6692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5669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252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File Structure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1399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PRD phases and deliverables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8229600" cy="56692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55648"/>
            <a:ext cx="54864" cy="5669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7556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836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Pass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08760" y="2057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 suite runs green on AI output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414016"/>
            <a:ext cx="8229600" cy="56692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414016"/>
            <a:ext cx="54864" cy="56692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414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5420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459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Forbidden Dependencies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08760" y="27157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PRD constraints — no surprise packages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072384"/>
            <a:ext cx="8229600" cy="56692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072384"/>
            <a:ext cx="54864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307238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2004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Non-Goal Violations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508760" y="33741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didn’t add auth, database, or cloud sync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3730752"/>
            <a:ext cx="8229600" cy="56692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730752"/>
            <a:ext cx="54864" cy="566928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37307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858768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Rules Respected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508760" y="40325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features added beyond the PRD scope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 = (checks passed) / (total checks across all runs) — Target: 80%+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Exercise: Test + Eval Your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3017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30175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41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A: Test Suite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tests to your Week 3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4+ unit tests (one per core function)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3+ edge case tests (empty, None, boundary)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2+ integration tests (multi-step workflows)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1+ hallucination test (verify deps exist)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80% code coverage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3931920" cy="30175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68680"/>
            <a:ext cx="54864" cy="301752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941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B: Mini 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your AI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Run AI on your PRD 3 separate times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Score each against 5-point checklist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Calculate your pass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Write: What did AI get wrong?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Write: How to improve your PRD?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your repo: tests/ directory, evals/ directory, updated README with testing section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0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914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looks correct but hides bugs — test MORE, not less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00200"/>
            <a:ext cx="54864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465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+ AI: write the test first, let AI implement — you’re the spec author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286000"/>
            <a:ext cx="54864" cy="5943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323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286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AI-specific tests: hallucination, edge case, and boundary tests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181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971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test the AI itself — track pass rates when you change prompts or PRDs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657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039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657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eval theater — every check must be able to fail on real AI output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Materials: </a:t>
            </a:r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Testing AI-Generated Code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Testing AI-Generated Code</dc:title>
  <dc:subject>PptxGenJS Presentation</dc:subject>
  <dc:creator>Goker Ezberci</dc:creator>
  <cp:lastModifiedBy>Goker Ezberci</cp:lastModifiedBy>
  <cp:revision>1</cp:revision>
  <dcterms:created xsi:type="dcterms:W3CDTF">2026-02-20T04:11:26Z</dcterms:created>
  <dcterms:modified xsi:type="dcterms:W3CDTF">2026-02-20T04:11:26Z</dcterms:modified>
</cp:coreProperties>
</file>